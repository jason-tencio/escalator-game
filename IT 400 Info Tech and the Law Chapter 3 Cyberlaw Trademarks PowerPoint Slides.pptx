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3"/>
    <p:sldMasterId id="2147483660" r:id="rId4"/>
  </p:sldMasterIdLst>
  <p:notesMasterIdLst>
    <p:notesMasterId r:id="rId22"/>
  </p:notesMasterIdLst>
  <p:handoutMasterIdLst>
    <p:handoutMasterId r:id="rId23"/>
  </p:handoutMasterIdLst>
  <p:sldIdLst>
    <p:sldId id="818" r:id="rId5"/>
    <p:sldId id="1379" r:id="rId6"/>
    <p:sldId id="1380" r:id="rId7"/>
    <p:sldId id="1377" r:id="rId8"/>
    <p:sldId id="1396" r:id="rId9"/>
    <p:sldId id="1397" r:id="rId10"/>
    <p:sldId id="1398" r:id="rId11"/>
    <p:sldId id="1399" r:id="rId12"/>
    <p:sldId id="1381" r:id="rId13"/>
    <p:sldId id="1400" r:id="rId14"/>
    <p:sldId id="1392" r:id="rId15"/>
    <p:sldId id="1393" r:id="rId16"/>
    <p:sldId id="1401" r:id="rId17"/>
    <p:sldId id="1402" r:id="rId18"/>
    <p:sldId id="1390" r:id="rId19"/>
    <p:sldId id="1391" r:id="rId20"/>
    <p:sldId id="687"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2" pos="2880" userDrawn="1">
          <p15:clr>
            <a:srgbClr val="A4A3A4"/>
          </p15:clr>
        </p15:guide>
        <p15:guide id="3" orient="horz" pos="4042" userDrawn="1">
          <p15:clr>
            <a:srgbClr val="A4A3A4"/>
          </p15:clr>
        </p15:guide>
        <p15:guide id="4" pos="272" userDrawn="1">
          <p15:clr>
            <a:srgbClr val="A4A3A4"/>
          </p15:clr>
        </p15:guide>
        <p15:guide id="5" pos="5488" userDrawn="1">
          <p15:clr>
            <a:srgbClr val="A4A3A4"/>
          </p15:clr>
        </p15:guide>
        <p15:guide id="7" orient="horz" pos="391" userDrawn="1">
          <p15:clr>
            <a:srgbClr val="A4A3A4"/>
          </p15:clr>
        </p15:guide>
        <p15:guide id="9" orient="horz" pos="935" userDrawn="1">
          <p15:clr>
            <a:srgbClr val="A4A3A4"/>
          </p15:clr>
        </p15:guide>
        <p15:guide id="10" orient="horz" pos="2183" userDrawn="1">
          <p15:clr>
            <a:srgbClr val="A4A3A4"/>
          </p15:clr>
        </p15:guide>
        <p15:guide id="11" orient="horz" pos="1253" userDrawn="1">
          <p15:clr>
            <a:srgbClr val="A4A3A4"/>
          </p15:clr>
        </p15:guide>
        <p15:guide id="12" orient="horz" pos="754" userDrawn="1">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21" autoAdjust="0"/>
    <p:restoredTop sz="77544" autoAdjust="0"/>
  </p:normalViewPr>
  <p:slideViewPr>
    <p:cSldViewPr snapToGrid="0" snapToObjects="1">
      <p:cViewPr varScale="1">
        <p:scale>
          <a:sx n="86" d="100"/>
          <a:sy n="86" d="100"/>
        </p:scale>
        <p:origin x="-2352" y="-112"/>
      </p:cViewPr>
      <p:guideLst>
        <p:guide orient="horz" pos="4042"/>
        <p:guide orient="horz" pos="391"/>
        <p:guide orient="horz" pos="935"/>
        <p:guide orient="horz" pos="2183"/>
        <p:guide orient="horz" pos="1253"/>
        <p:guide orient="horz" pos="754"/>
        <p:guide pos="2880"/>
        <p:guide pos="272"/>
        <p:guide pos="5488"/>
      </p:guideLst>
    </p:cSldViewPr>
  </p:slideViewPr>
  <p:outlineViewPr>
    <p:cViewPr>
      <p:scale>
        <a:sx n="33" d="100"/>
        <a:sy n="33" d="100"/>
      </p:scale>
      <p:origin x="0" y="-429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054" y="9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interSettings" Target="printerSettings/printerSettings1.bin"/><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4/23/23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1) Math 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779452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936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3652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13704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625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9419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4020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71089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3958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5626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4988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96304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75808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49420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94224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28096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xmlns=""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xmlns=""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xmlns=""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17</a:t>
            </a:fld>
            <a:endParaRPr lang="en-US" altLang="en-US" sz="1200" dirty="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lIns="0" tIns="0" rIns="0" bIns="0"/>
          <a:lstStyle>
            <a:lvl1pPr>
              <a:defRPr sz="3600">
                <a:solidFill>
                  <a:schemeClr val="tx2"/>
                </a:solidFill>
                <a:latin typeface="+mj-lt"/>
              </a:defRPr>
            </a:lvl1pPr>
          </a:lstStyle>
          <a:p>
            <a:r>
              <a:rPr lang="en-US" dirty="0"/>
              <a:t>Click to edit Master title style</a:t>
            </a:r>
          </a:p>
        </p:txBody>
      </p:sp>
      <p:sp>
        <p:nvSpPr>
          <p:cNvPr id="3" name="Content Placeholder 2"/>
          <p:cNvSpPr>
            <a:spLocks noGrp="1"/>
          </p:cNvSpPr>
          <p:nvPr>
            <p:ph idx="1"/>
          </p:nvPr>
        </p:nvSpPr>
        <p:spPr>
          <a:xfrm>
            <a:off x="457200" y="1543822"/>
            <a:ext cx="8229600" cy="4525963"/>
          </a:xfrm>
        </p:spPr>
        <p:txBody>
          <a:bodyPr lIns="0" tIns="0" rIns="0"/>
          <a:lstStyle>
            <a:lvl1pPr marL="255600" indent="-255600">
              <a:buClr>
                <a:srgbClr val="007FA3"/>
              </a:buClr>
              <a:buSzPct val="100000"/>
              <a:buFont typeface="Arial" panose="020B0604020202020204" pitchFamily="34" charset="0"/>
              <a:buChar char="•"/>
              <a:defRPr sz="2400">
                <a:latin typeface="+mn-lt"/>
              </a:defRPr>
            </a:lvl1pPr>
            <a:lvl2pPr marL="741600" indent="-284400">
              <a:buClr>
                <a:srgbClr val="007FA3"/>
              </a:buClr>
              <a:defRPr sz="2400">
                <a:latin typeface="+mn-lt"/>
              </a:defRPr>
            </a:lvl2pPr>
            <a:lvl3pPr indent="-230400">
              <a:buClr>
                <a:srgbClr val="007FA3"/>
              </a:buClr>
              <a:defRPr sz="2400">
                <a:latin typeface="+mn-lt"/>
              </a:defRPr>
            </a:lvl3pPr>
            <a:lvl4pPr indent="-230400">
              <a:buClr>
                <a:srgbClr val="007FA3"/>
              </a:buClr>
              <a:defRPr sz="2400">
                <a:latin typeface="+mn-lt"/>
              </a:defRPr>
            </a:lvl4pPr>
            <a:lvl5pPr indent="-230400">
              <a:buClr>
                <a:srgbClr val="007FA3"/>
              </a:buClr>
              <a:defRPr sz="2400">
                <a:latin typeface="+mn-lt"/>
              </a:defRPr>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4/23/23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67289351"/>
      </p:ext>
    </p:extLst>
  </p:cSld>
  <p:clrMapOvr>
    <a:masterClrMapping/>
  </p:clrMapOvr>
  <p:extLst>
    <p:ext uri="{DCECCB84-F9BA-43D5-87BE-67443E8EF086}">
      <p15:sldGuideLst xmlns:p15="http://schemas.microsoft.com/office/powerpoint/2012/main" xmlns="">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748656664"/>
      </p:ext>
    </p:extLst>
  </p:cSld>
  <p:clrMapOvr>
    <a:masterClrMapping/>
  </p:clrMapOvr>
  <p:extLst>
    <p:ext uri="{DCECCB84-F9BA-43D5-87BE-67443E8EF086}">
      <p15:sldGuideLst xmlns:p15="http://schemas.microsoft.com/office/powerpoint/2012/main" xmlns=""/>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5" name="Text Placeholder 4"/>
          <p:cNvSpPr>
            <a:spLocks noGrp="1"/>
          </p:cNvSpPr>
          <p:nvPr>
            <p:ph type="body" sz="quarter" idx="15"/>
          </p:nvPr>
        </p:nvSpPr>
        <p:spPr>
          <a:xfrm>
            <a:off x="457200" y="3632200"/>
            <a:ext cx="8232775" cy="1793875"/>
          </a:xfrm>
        </p:spPr>
        <p:txBody>
          <a:bodyPr lIns="0" tIns="0" rIns="0" b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04871768"/>
      </p:ext>
    </p:extLst>
  </p:cSld>
  <p:clrMapOvr>
    <a:masterClrMapping/>
  </p:clrMapOvr>
  <p:extLst>
    <p:ext uri="{DCECCB84-F9BA-43D5-87BE-67443E8EF086}">
      <p15:sldGuideLst xmlns:p15="http://schemas.microsoft.com/office/powerpoint/2012/main" xmlns="">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_Table">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8229600"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063790"/>
            <a:ext cx="8229600"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490938"/>
            <a:ext cx="8229600"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able Placeholder 5">
            <a:extLst>
              <a:ext uri="{FF2B5EF4-FFF2-40B4-BE49-F238E27FC236}">
                <a16:creationId xmlns:a16="http://schemas.microsoft.com/office/drawing/2014/main" xmlns="" id="{DDCB579B-AF31-4FFA-824C-902882C9ED31}"/>
              </a:ext>
            </a:extLst>
          </p:cNvPr>
          <p:cNvSpPr>
            <a:spLocks noGrp="1"/>
          </p:cNvSpPr>
          <p:nvPr>
            <p:ph type="tbl" sz="quarter" idx="16"/>
          </p:nvPr>
        </p:nvSpPr>
        <p:spPr>
          <a:xfrm>
            <a:off x="6864350" y="1733550"/>
            <a:ext cx="1119188" cy="858838"/>
          </a:xfrm>
        </p:spPr>
        <p:txBody>
          <a:bodyPr/>
          <a:lstStyle/>
          <a:p>
            <a:endParaRPr lang="en-US"/>
          </a:p>
        </p:txBody>
      </p:sp>
    </p:spTree>
    <p:extLst>
      <p:ext uri="{BB962C8B-B14F-4D97-AF65-F5344CB8AC3E}">
        <p14:creationId xmlns:p14="http://schemas.microsoft.com/office/powerpoint/2010/main" val="3266143735"/>
      </p:ext>
    </p:extLst>
  </p:cSld>
  <p:clrMapOvr>
    <a:masterClrMapping/>
  </p:clrMapOvr>
  <p:extLst>
    <p:ext uri="{DCECCB84-F9BA-43D5-87BE-67443E8EF086}">
      <p15:sldGuideLst xmlns:p15="http://schemas.microsoft.com/office/powerpoint/2012/main" xmlns="">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3405116"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063790"/>
            <a:ext cx="3609833"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490938"/>
            <a:ext cx="3609833"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a:extLst>
              <a:ext uri="{FF2B5EF4-FFF2-40B4-BE49-F238E27FC236}">
                <a16:creationId xmlns:a16="http://schemas.microsoft.com/office/drawing/2014/main" xmlns="" id="{219BF772-25B5-4366-8EBF-F5711BC103A0}"/>
              </a:ext>
            </a:extLst>
          </p:cNvPr>
          <p:cNvSpPr>
            <a:spLocks noGrp="1"/>
          </p:cNvSpPr>
          <p:nvPr>
            <p:ph sz="quarter" idx="16"/>
          </p:nvPr>
        </p:nvSpPr>
        <p:spPr>
          <a:xfrm>
            <a:off x="457200" y="5649913"/>
            <a:ext cx="3405188" cy="522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xmlns="" id="{1F27EA7A-7586-4D9D-AF0F-E6479540B22A}"/>
              </a:ext>
            </a:extLst>
          </p:cNvPr>
          <p:cNvSpPr>
            <a:spLocks noGrp="1"/>
          </p:cNvSpPr>
          <p:nvPr>
            <p:ph sz="quarter" idx="17"/>
          </p:nvPr>
        </p:nvSpPr>
        <p:spPr>
          <a:xfrm>
            <a:off x="5554662" y="1706563"/>
            <a:ext cx="3030537"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xmlns="" id="{ED1C0F3D-A919-4296-A4B5-5DA839012830}"/>
              </a:ext>
            </a:extLst>
          </p:cNvPr>
          <p:cNvSpPr>
            <a:spLocks noGrp="1"/>
          </p:cNvSpPr>
          <p:nvPr>
            <p:ph sz="quarter" idx="18"/>
          </p:nvPr>
        </p:nvSpPr>
        <p:spPr>
          <a:xfrm>
            <a:off x="5213350" y="3143250"/>
            <a:ext cx="337185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xmlns="" id="{6E4D2E6A-3508-4CCC-9582-54D824D586B2}"/>
              </a:ext>
            </a:extLst>
          </p:cNvPr>
          <p:cNvSpPr>
            <a:spLocks noGrp="1"/>
          </p:cNvSpPr>
          <p:nvPr>
            <p:ph sz="quarter" idx="19"/>
          </p:nvPr>
        </p:nvSpPr>
        <p:spPr>
          <a:xfrm>
            <a:off x="5364163" y="4478338"/>
            <a:ext cx="365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xmlns="" id="{C43FC78B-AF4D-40E7-888D-B48BC8882180}"/>
              </a:ext>
            </a:extLst>
          </p:cNvPr>
          <p:cNvSpPr>
            <a:spLocks noGrp="1"/>
          </p:cNvSpPr>
          <p:nvPr>
            <p:ph sz="quarter" idx="20"/>
          </p:nvPr>
        </p:nvSpPr>
        <p:spPr>
          <a:xfrm>
            <a:off x="5548313" y="5575300"/>
            <a:ext cx="37592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xmlns="" id="{243BDBDC-FA54-4186-BCC1-6070DE4CB779}"/>
              </a:ext>
            </a:extLst>
          </p:cNvPr>
          <p:cNvSpPr>
            <a:spLocks noGrp="1"/>
          </p:cNvSpPr>
          <p:nvPr>
            <p:ph type="pic" sz="quarter" idx="23"/>
          </p:nvPr>
        </p:nvSpPr>
        <p:spPr>
          <a:xfrm>
            <a:off x="5842000" y="1706563"/>
            <a:ext cx="1214438" cy="657225"/>
          </a:xfrm>
        </p:spPr>
        <p:txBody>
          <a:bodyPr/>
          <a:lstStyle/>
          <a:p>
            <a:endParaRPr lang="en-IN"/>
          </a:p>
        </p:txBody>
      </p:sp>
      <p:sp>
        <p:nvSpPr>
          <p:cNvPr id="11" name="Content Placeholder 10">
            <a:extLst>
              <a:ext uri="{FF2B5EF4-FFF2-40B4-BE49-F238E27FC236}">
                <a16:creationId xmlns:a16="http://schemas.microsoft.com/office/drawing/2014/main" xmlns="" id="{3E972728-FCD0-4BA2-9DA2-C842204CE1A6}"/>
              </a:ext>
            </a:extLst>
          </p:cNvPr>
          <p:cNvSpPr>
            <a:spLocks noGrp="1"/>
          </p:cNvSpPr>
          <p:nvPr>
            <p:ph sz="quarter" idx="24"/>
          </p:nvPr>
        </p:nvSpPr>
        <p:spPr>
          <a:xfrm>
            <a:off x="5554663" y="1074738"/>
            <a:ext cx="3030537" cy="4810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xmlns="" id="{E178AD25-1A79-4278-BD96-071FB232FD55}"/>
              </a:ext>
            </a:extLst>
          </p:cNvPr>
          <p:cNvSpPr>
            <a:spLocks noGrp="1"/>
          </p:cNvSpPr>
          <p:nvPr>
            <p:ph sz="quarter" idx="25"/>
          </p:nvPr>
        </p:nvSpPr>
        <p:spPr>
          <a:xfrm>
            <a:off x="5548313" y="509131"/>
            <a:ext cx="2921000" cy="5429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37929805"/>
      </p:ext>
    </p:extLst>
  </p:cSld>
  <p:clrMapOvr>
    <a:masterClrMapping/>
  </p:clrMapOvr>
  <p:extLst>
    <p:ext uri="{DCECCB84-F9BA-43D5-87BE-67443E8EF086}">
      <p15:sldGuideLst xmlns:p15="http://schemas.microsoft.com/office/powerpoint/2012/main" xmlns="">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62941656"/>
      </p:ext>
    </p:extLst>
  </p:cSld>
  <p:clrMapOvr>
    <a:masterClrMapping/>
  </p:clrMapOvr>
  <p:extLst>
    <p:ext uri="{DCECCB84-F9BA-43D5-87BE-67443E8EF086}">
      <p15:sldGuideLst xmlns:p15="http://schemas.microsoft.com/office/powerpoint/2012/main" xmlns=""/>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Picture Placeholder 6">
            <a:extLst>
              <a:ext uri="{FF2B5EF4-FFF2-40B4-BE49-F238E27FC236}">
                <a16:creationId xmlns:a16="http://schemas.microsoft.com/office/drawing/2014/main" xmlns="" id="{639CF0CA-0F67-48D6-8A56-27C742D3BC6A}"/>
              </a:ext>
            </a:extLst>
          </p:cNvPr>
          <p:cNvSpPr>
            <a:spLocks noGrp="1"/>
          </p:cNvSpPr>
          <p:nvPr>
            <p:ph type="pic" sz="quarter" idx="17"/>
          </p:nvPr>
        </p:nvSpPr>
        <p:spPr>
          <a:xfrm>
            <a:off x="6454775" y="2760663"/>
            <a:ext cx="1501775" cy="2452687"/>
          </a:xfrm>
        </p:spPr>
        <p:txBody>
          <a:bodyPr/>
          <a:lstStyle/>
          <a:p>
            <a:endParaRPr lang="en-US"/>
          </a:p>
        </p:txBody>
      </p:sp>
    </p:spTree>
    <p:extLst>
      <p:ext uri="{BB962C8B-B14F-4D97-AF65-F5344CB8AC3E}">
        <p14:creationId xmlns:p14="http://schemas.microsoft.com/office/powerpoint/2010/main" val="70843919"/>
      </p:ext>
    </p:extLst>
  </p:cSld>
  <p:clrMapOvr>
    <a:masterClrMapping/>
  </p:clrMapOvr>
  <p:extLst>
    <p:ext uri="{DCECCB84-F9BA-43D5-87BE-67443E8EF086}">
      <p15:sldGuideLst xmlns:p15="http://schemas.microsoft.com/office/powerpoint/2012/main" xmlns=""/>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8" name="Content Placeholder 7">
            <a:extLst>
              <a:ext uri="{FF2B5EF4-FFF2-40B4-BE49-F238E27FC236}">
                <a16:creationId xmlns:a16="http://schemas.microsoft.com/office/drawing/2014/main" xmlns="" id="{56984912-EF5B-48FB-88A1-089015F62C90}"/>
              </a:ext>
            </a:extLst>
          </p:cNvPr>
          <p:cNvSpPr>
            <a:spLocks noGrp="1"/>
          </p:cNvSpPr>
          <p:nvPr>
            <p:ph sz="quarter" idx="13"/>
          </p:nvPr>
        </p:nvSpPr>
        <p:spPr>
          <a:xfrm>
            <a:off x="457200" y="1452563"/>
            <a:ext cx="2730500" cy="1187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xmlns="" id="{15D83452-85E2-4295-B978-FFA4AF49AF07}"/>
              </a:ext>
            </a:extLst>
          </p:cNvPr>
          <p:cNvSpPr>
            <a:spLocks noGrp="1"/>
          </p:cNvSpPr>
          <p:nvPr>
            <p:ph sz="quarter" idx="14"/>
          </p:nvPr>
        </p:nvSpPr>
        <p:spPr>
          <a:xfrm>
            <a:off x="3521075" y="1543050"/>
            <a:ext cx="2435225" cy="109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xmlns="" id="{D8C1307C-99C5-4D28-996B-6B4B88DCBCD3}"/>
              </a:ext>
            </a:extLst>
          </p:cNvPr>
          <p:cNvSpPr>
            <a:spLocks noGrp="1"/>
          </p:cNvSpPr>
          <p:nvPr>
            <p:ph sz="quarter" idx="15"/>
          </p:nvPr>
        </p:nvSpPr>
        <p:spPr>
          <a:xfrm>
            <a:off x="6408738" y="1543050"/>
            <a:ext cx="2368550" cy="109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xmlns="" id="{99A7E121-90C1-4544-95E1-BC1B6E1D40E0}"/>
              </a:ext>
            </a:extLst>
          </p:cNvPr>
          <p:cNvSpPr>
            <a:spLocks noGrp="1"/>
          </p:cNvSpPr>
          <p:nvPr>
            <p:ph sz="quarter" idx="16"/>
          </p:nvPr>
        </p:nvSpPr>
        <p:spPr>
          <a:xfrm>
            <a:off x="457200" y="2990850"/>
            <a:ext cx="2730500"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xmlns="" id="{24DA296C-D8B3-482C-9EBE-66903442DE06}"/>
              </a:ext>
            </a:extLst>
          </p:cNvPr>
          <p:cNvSpPr>
            <a:spLocks noGrp="1"/>
          </p:cNvSpPr>
          <p:nvPr>
            <p:ph sz="quarter" idx="17"/>
          </p:nvPr>
        </p:nvSpPr>
        <p:spPr>
          <a:xfrm>
            <a:off x="3521075" y="2990850"/>
            <a:ext cx="2332038"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xmlns="" id="{06CB216E-70B9-4B40-AAD2-4B6A8A38065D}"/>
              </a:ext>
            </a:extLst>
          </p:cNvPr>
          <p:cNvSpPr>
            <a:spLocks noGrp="1"/>
          </p:cNvSpPr>
          <p:nvPr>
            <p:ph sz="quarter" idx="18"/>
          </p:nvPr>
        </p:nvSpPr>
        <p:spPr>
          <a:xfrm>
            <a:off x="6335713" y="3059113"/>
            <a:ext cx="2332037" cy="1096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xmlns="" id="{77F6E4FF-30A2-41DB-BE12-593FE6BE030B}"/>
              </a:ext>
            </a:extLst>
          </p:cNvPr>
          <p:cNvSpPr>
            <a:spLocks noGrp="1"/>
          </p:cNvSpPr>
          <p:nvPr>
            <p:ph sz="quarter" idx="19"/>
          </p:nvPr>
        </p:nvSpPr>
        <p:spPr>
          <a:xfrm>
            <a:off x="563563" y="4386263"/>
            <a:ext cx="2546350"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xmlns="" id="{0A560949-E67A-4312-882E-6358140B7ED8}"/>
              </a:ext>
            </a:extLst>
          </p:cNvPr>
          <p:cNvSpPr>
            <a:spLocks noGrp="1"/>
          </p:cNvSpPr>
          <p:nvPr>
            <p:ph sz="quarter" idx="20"/>
          </p:nvPr>
        </p:nvSpPr>
        <p:spPr>
          <a:xfrm>
            <a:off x="3521075" y="4306888"/>
            <a:ext cx="2332038"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xmlns="" id="{C14D49C2-3CCB-49F3-9233-148F93AC7477}"/>
              </a:ext>
            </a:extLst>
          </p:cNvPr>
          <p:cNvSpPr>
            <a:spLocks noGrp="1"/>
          </p:cNvSpPr>
          <p:nvPr>
            <p:ph sz="quarter" idx="21"/>
          </p:nvPr>
        </p:nvSpPr>
        <p:spPr>
          <a:xfrm>
            <a:off x="6408738" y="4656138"/>
            <a:ext cx="2332037" cy="790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Picture Placeholder 25">
            <a:extLst>
              <a:ext uri="{FF2B5EF4-FFF2-40B4-BE49-F238E27FC236}">
                <a16:creationId xmlns:a16="http://schemas.microsoft.com/office/drawing/2014/main" xmlns="" id="{05C606E9-3BCF-41D4-8970-9B6A67C2D8C3}"/>
              </a:ext>
            </a:extLst>
          </p:cNvPr>
          <p:cNvSpPr>
            <a:spLocks noGrp="1"/>
          </p:cNvSpPr>
          <p:nvPr>
            <p:ph type="pic" sz="quarter" idx="22"/>
          </p:nvPr>
        </p:nvSpPr>
        <p:spPr>
          <a:xfrm>
            <a:off x="631825" y="5753100"/>
            <a:ext cx="6862763" cy="654050"/>
          </a:xfrm>
        </p:spPr>
        <p:txBody>
          <a:bodyPr/>
          <a:lstStyle/>
          <a:p>
            <a:endParaRPr lang="en-US"/>
          </a:p>
        </p:txBody>
      </p:sp>
    </p:spTree>
    <p:extLst>
      <p:ext uri="{BB962C8B-B14F-4D97-AF65-F5344CB8AC3E}">
        <p14:creationId xmlns:p14="http://schemas.microsoft.com/office/powerpoint/2010/main" val="2713173721"/>
      </p:ext>
    </p:extLst>
  </p:cSld>
  <p:clrMapOvr>
    <a:masterClrMapping/>
  </p:clrMapOvr>
  <p:extLst>
    <p:ext uri="{DCECCB84-F9BA-43D5-87BE-67443E8EF086}">
      <p15:sldGuideLst xmlns:p15="http://schemas.microsoft.com/office/powerpoint/2012/main" xmlns=""/>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451377"/>
            <a:ext cx="82296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3486685"/>
            <a:ext cx="82296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4503386"/>
            <a:ext cx="8232775"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5494338"/>
            <a:ext cx="82296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15060848"/>
      </p:ext>
    </p:extLst>
  </p:cSld>
  <p:clrMapOvr>
    <a:masterClrMapping/>
  </p:clrMapOvr>
  <p:extLst>
    <p:ext uri="{DCECCB84-F9BA-43D5-87BE-67443E8EF086}">
      <p15:sldGuideLst xmlns:p15="http://schemas.microsoft.com/office/powerpoint/2012/main" xmlns=""/>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ix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3454400" cy="59517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273743"/>
            <a:ext cx="3060700" cy="554915"/>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950895"/>
            <a:ext cx="2882900" cy="535791"/>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1" y="3639492"/>
            <a:ext cx="3060700" cy="67715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4469451"/>
            <a:ext cx="3187700" cy="598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1" y="5221288"/>
            <a:ext cx="3060700" cy="641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Picture Placeholder 8">
            <a:extLst>
              <a:ext uri="{FF2B5EF4-FFF2-40B4-BE49-F238E27FC236}">
                <a16:creationId xmlns:a16="http://schemas.microsoft.com/office/drawing/2014/main" xmlns="" id="{F6C37207-A3F8-4574-A280-193C14351385}"/>
              </a:ext>
            </a:extLst>
          </p:cNvPr>
          <p:cNvSpPr>
            <a:spLocks noGrp="1"/>
          </p:cNvSpPr>
          <p:nvPr>
            <p:ph type="pic" sz="quarter" idx="19"/>
          </p:nvPr>
        </p:nvSpPr>
        <p:spPr>
          <a:xfrm>
            <a:off x="4445000" y="2006600"/>
            <a:ext cx="1676400" cy="1422400"/>
          </a:xfrm>
        </p:spPr>
        <p:txBody>
          <a:bodyPr/>
          <a:lstStyle/>
          <a:p>
            <a:endParaRPr lang="en-IN"/>
          </a:p>
        </p:txBody>
      </p:sp>
      <p:sp>
        <p:nvSpPr>
          <p:cNvPr id="11" name="Picture Placeholder 10">
            <a:extLst>
              <a:ext uri="{FF2B5EF4-FFF2-40B4-BE49-F238E27FC236}">
                <a16:creationId xmlns:a16="http://schemas.microsoft.com/office/drawing/2014/main" xmlns="" id="{24C41F22-D960-4EA9-82CA-6EC0F1548FCA}"/>
              </a:ext>
            </a:extLst>
          </p:cNvPr>
          <p:cNvSpPr>
            <a:spLocks noGrp="1"/>
          </p:cNvSpPr>
          <p:nvPr>
            <p:ph type="pic" sz="quarter" idx="20"/>
          </p:nvPr>
        </p:nvSpPr>
        <p:spPr>
          <a:xfrm>
            <a:off x="6807200" y="2006600"/>
            <a:ext cx="1562100" cy="1257300"/>
          </a:xfrm>
        </p:spPr>
        <p:txBody>
          <a:bodyPr/>
          <a:lstStyle/>
          <a:p>
            <a:endParaRPr lang="en-IN"/>
          </a:p>
        </p:txBody>
      </p:sp>
      <p:sp>
        <p:nvSpPr>
          <p:cNvPr id="13" name="Picture Placeholder 12">
            <a:extLst>
              <a:ext uri="{FF2B5EF4-FFF2-40B4-BE49-F238E27FC236}">
                <a16:creationId xmlns:a16="http://schemas.microsoft.com/office/drawing/2014/main" xmlns="" id="{9C745473-FE07-4482-9DE1-E9DC0FF87029}"/>
              </a:ext>
            </a:extLst>
          </p:cNvPr>
          <p:cNvSpPr>
            <a:spLocks noGrp="1"/>
          </p:cNvSpPr>
          <p:nvPr>
            <p:ph type="pic" sz="quarter" idx="21"/>
          </p:nvPr>
        </p:nvSpPr>
        <p:spPr>
          <a:xfrm>
            <a:off x="4838700" y="3640138"/>
            <a:ext cx="2247900" cy="1427162"/>
          </a:xfrm>
        </p:spPr>
        <p:txBody>
          <a:bodyPr/>
          <a:lstStyle/>
          <a:p>
            <a:endParaRPr lang="en-IN"/>
          </a:p>
        </p:txBody>
      </p:sp>
    </p:spTree>
    <p:extLst>
      <p:ext uri="{BB962C8B-B14F-4D97-AF65-F5344CB8AC3E}">
        <p14:creationId xmlns:p14="http://schemas.microsoft.com/office/powerpoint/2010/main" val="744271391"/>
      </p:ext>
    </p:extLst>
  </p:cSld>
  <p:clrMapOvr>
    <a:masterClrMapping/>
  </p:clrMapOvr>
  <p:extLst>
    <p:ext uri="{DCECCB84-F9BA-43D5-87BE-67443E8EF086}">
      <p15:sldGuideLst xmlns:p15="http://schemas.microsoft.com/office/powerpoint/2012/main" xmlns=""/>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even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365732"/>
            <a:ext cx="8232775" cy="465069"/>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3938594"/>
            <a:ext cx="8229600" cy="4438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4569758"/>
            <a:ext cx="8232775" cy="464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457200" y="5221288"/>
            <a:ext cx="8229600" cy="55163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377977732"/>
      </p:ext>
    </p:extLst>
  </p:cSld>
  <p:clrMapOvr>
    <a:masterClrMapping/>
  </p:clrMapOvr>
  <p:extLst>
    <p:ext uri="{DCECCB84-F9BA-43D5-87BE-67443E8EF086}">
      <p15:sldGuideLst xmlns:p15="http://schemas.microsoft.com/office/powerpoint/2012/main" xmlns=""/>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Eight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365732"/>
            <a:ext cx="8232775" cy="38553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3938595"/>
            <a:ext cx="8229600" cy="3780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4503969"/>
            <a:ext cx="8232775" cy="3842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457200" y="5069348"/>
            <a:ext cx="8229600" cy="451321"/>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0" y="5614988"/>
            <a:ext cx="8232775" cy="44450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22864151"/>
      </p:ext>
    </p:extLst>
  </p:cSld>
  <p:clrMapOvr>
    <a:masterClrMapping/>
  </p:clrMapOvr>
  <p:extLst>
    <p:ext uri="{DCECCB84-F9BA-43D5-87BE-67443E8EF086}">
      <p15:sldGuideLst xmlns:p15="http://schemas.microsoft.com/office/powerpoint/2012/main" xmlns=""/>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1"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0" tIns="0" rIns="0" bIns="0"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dirty="0"/>
          </a:p>
        </p:txBody>
      </p:sp>
      <p:sp>
        <p:nvSpPr>
          <p:cNvPr id="6" name="Date Placeholder 3">
            <a:extLst>
              <a:ext uri="{FF2B5EF4-FFF2-40B4-BE49-F238E27FC236}">
                <a16:creationId xmlns:a16="http://schemas.microsoft.com/office/drawing/2014/main" xmlns=""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4/23/23</a:t>
            </a:fld>
            <a:endParaRPr lang="en-US" dirty="0"/>
          </a:p>
        </p:txBody>
      </p:sp>
      <p:sp>
        <p:nvSpPr>
          <p:cNvPr id="9" name="Slide Number Placeholder 5">
            <a:extLst>
              <a:ext uri="{FF2B5EF4-FFF2-40B4-BE49-F238E27FC236}">
                <a16:creationId xmlns:a16="http://schemas.microsoft.com/office/drawing/2014/main" xmlns=""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1125742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hasCustomPrompt="1"/>
          </p:nvPr>
        </p:nvSpPr>
        <p:spPr>
          <a:xfrm>
            <a:off x="457200" y="1556326"/>
            <a:ext cx="8229600" cy="4434275"/>
          </a:xfrm>
        </p:spPr>
        <p:txBody>
          <a:bodyPr lIns="0" tIns="0" rIns="0" bIns="0"/>
          <a:lstStyle>
            <a:lvl1pPr marL="342000" indent="-342000">
              <a:spcBef>
                <a:spcPts val="600"/>
              </a:spcBef>
              <a:defRPr sz="2400">
                <a:latin typeface="Arial" panose="020B0604020202020204" pitchFamily="34" charset="0"/>
                <a:cs typeface="Arial" panose="020B0604020202020204" pitchFamily="34" charset="0"/>
              </a:defRPr>
            </a:lvl1pPr>
            <a:lvl2pPr indent="-342000">
              <a:defRPr sz="2400">
                <a:latin typeface="Arial" panose="020B0604020202020204" pitchFamily="34" charset="0"/>
                <a:cs typeface="Arial" panose="020B0604020202020204" pitchFamily="34" charset="0"/>
              </a:defRPr>
            </a:lvl2pPr>
            <a:lvl3pPr indent="-342000">
              <a:defRPr sz="2400">
                <a:latin typeface="Arial" panose="020B0604020202020204" pitchFamily="34" charset="0"/>
                <a:cs typeface="Arial" panose="020B0604020202020204" pitchFamily="34" charset="0"/>
              </a:defRPr>
            </a:lvl3pPr>
            <a:lvl4pPr indent="-342000">
              <a:defRPr sz="2400">
                <a:latin typeface="Arial" panose="020B0604020202020204" pitchFamily="34" charset="0"/>
                <a:cs typeface="Arial" panose="020B0604020202020204" pitchFamily="34" charset="0"/>
              </a:defRPr>
            </a:lvl4pPr>
            <a:lvl5pPr indent="-230400">
              <a:defRPr sz="2400">
                <a:latin typeface="+mn-lt"/>
              </a:defRPr>
            </a:lvl5pPr>
          </a:lstStyle>
          <a:p>
            <a:pPr lvl="0"/>
            <a:r>
              <a:rPr lang="en-US" dirty="0"/>
              <a:t>Click to add text</a:t>
            </a:r>
          </a:p>
          <a:p>
            <a:pPr lvl="1"/>
            <a:r>
              <a:rPr lang="en-US" dirty="0"/>
              <a:t> </a:t>
            </a:r>
          </a:p>
          <a:p>
            <a:pPr lvl="2"/>
            <a:r>
              <a:rPr lang="en-US" dirty="0"/>
              <a:t> </a:t>
            </a:r>
          </a:p>
          <a:p>
            <a:pPr lvl="3"/>
            <a:r>
              <a:rPr lang="en-US" dirty="0"/>
              <a:t> </a:t>
            </a:r>
          </a:p>
          <a:p>
            <a:pPr lvl="3"/>
            <a:endParaRPr lang="en-US" dirty="0"/>
          </a:p>
          <a:p>
            <a:pPr lvl="4"/>
            <a:endParaRPr lang="en-US" dirty="0"/>
          </a:p>
        </p:txBody>
      </p:sp>
      <p:sp>
        <p:nvSpPr>
          <p:cNvPr id="9" name="Content Placeholder 7">
            <a:extLst>
              <a:ext uri="{FF2B5EF4-FFF2-40B4-BE49-F238E27FC236}">
                <a16:creationId xmlns:a16="http://schemas.microsoft.com/office/drawing/2014/main" xmlns="" id="{7CE55BDE-9A81-4660-9297-756D0474184B}"/>
              </a:ext>
            </a:extLst>
          </p:cNvPr>
          <p:cNvSpPr>
            <a:spLocks noGrp="1"/>
          </p:cNvSpPr>
          <p:nvPr>
            <p:ph sz="quarter" idx="21" hasCustomPrompt="1"/>
          </p:nvPr>
        </p:nvSpPr>
        <p:spPr>
          <a:xfrm>
            <a:off x="1812758" y="6447237"/>
            <a:ext cx="6890084" cy="221018"/>
          </a:xfrm>
        </p:spPr>
        <p:txBody>
          <a:bodyPr wrap="square" lIns="0" tIns="18000" rIns="0" bIns="18000" anchor="ctr" anchorCtr="0">
            <a:spAutoFit/>
          </a:bodyPr>
          <a:lstStyle>
            <a:lvl1pPr>
              <a:defRPr/>
            </a:lvl1pPr>
          </a:lstStyle>
          <a:p>
            <a:pPr marL="0" indent="0" algn="r">
              <a:buNone/>
            </a:pPr>
            <a:r>
              <a:rPr lang="en-US" altLang="en-US" sz="1200" dirty="0" err="1">
                <a:solidFill>
                  <a:schemeClr val="tx1"/>
                </a:solidFill>
                <a:latin typeface="Verdana"/>
                <a:ea typeface="Verdana" panose="020B0604030504040204" pitchFamily="34" charset="0"/>
                <a:cs typeface="Verdana" panose="020B0604030504040204" pitchFamily="34" charset="0"/>
              </a:rPr>
              <a:t>edddw</a:t>
            </a:r>
            <a:endParaRPr lang="en-US" altLang="en-US" sz="1200" dirty="0">
              <a:solidFill>
                <a:schemeClr val="tx1"/>
              </a:solidFill>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1473159"/>
      </p:ext>
    </p:extLst>
  </p:cSld>
  <p:clrMapOvr>
    <a:masterClrMapping/>
  </p:clrMapOvr>
  <p:extLst>
    <p:ext uri="{DCECCB84-F9BA-43D5-87BE-67443E8EF086}">
      <p15:sldGuideLst xmlns:p15="http://schemas.microsoft.com/office/powerpoint/2012/main" xmlns=""/>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3_Chapter Opener">
    <p:spTree>
      <p:nvGrpSpPr>
        <p:cNvPr id="1" name=""/>
        <p:cNvGrpSpPr/>
        <p:nvPr/>
      </p:nvGrpSpPr>
      <p:grpSpPr>
        <a:xfrm>
          <a:off x="0" y="0"/>
          <a:ext cx="0" cy="0"/>
          <a:chOff x="0" y="0"/>
          <a:chExt cx="0" cy="0"/>
        </a:xfrm>
      </p:grpSpPr>
      <p:sp>
        <p:nvSpPr>
          <p:cNvPr id="4" name="Date Placeholder 3"/>
          <p:cNvSpPr>
            <a:spLocks noGrp="1"/>
          </p:cNvSpPr>
          <p:nvPr>
            <p:ph type="dt" sz="half" idx="11"/>
          </p:nvPr>
        </p:nvSpPr>
        <p:spPr/>
        <p:txBody>
          <a:bodyPr/>
          <a:lstStyle/>
          <a:p>
            <a:fld id="{A9DF6EFB-3F44-496C-A842-1E0B3D3B975A}" type="datetimeFigureOut">
              <a:rPr lang="en-US" smtClean="0"/>
              <a:pPr/>
              <a:t>4/23/23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4" name="Title Placeholder">
            <a:extLst>
              <a:ext uri="{FF2B5EF4-FFF2-40B4-BE49-F238E27FC236}">
                <a16:creationId xmlns:a16="http://schemas.microsoft.com/office/drawing/2014/main" xmlns="" id="{ADDB680E-30A6-4CD4-97E3-003925CCC58A}"/>
              </a:ext>
            </a:extLst>
          </p:cNvP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7" name="Content Placeholder 5">
            <a:extLst>
              <a:ext uri="{FF2B5EF4-FFF2-40B4-BE49-F238E27FC236}">
                <a16:creationId xmlns:a16="http://schemas.microsoft.com/office/drawing/2014/main" xmlns="" id="{E46E832A-AFB7-4A18-8105-BED424076B99}"/>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18" name="Content Placeholder 7">
            <a:extLst>
              <a:ext uri="{FF2B5EF4-FFF2-40B4-BE49-F238E27FC236}">
                <a16:creationId xmlns:a16="http://schemas.microsoft.com/office/drawing/2014/main" xmlns="" id="{AA9F4D4F-DF48-40B4-8BD4-FD2706CB534A}"/>
              </a:ext>
            </a:extLst>
          </p:cNvPr>
          <p:cNvSpPr>
            <a:spLocks noGrp="1"/>
          </p:cNvSpPr>
          <p:nvPr>
            <p:ph sz="quarter" idx="15" hasCustomPrompt="1"/>
          </p:nvPr>
        </p:nvSpPr>
        <p:spPr>
          <a:xfrm>
            <a:off x="5029200" y="3252788"/>
            <a:ext cx="3657600" cy="893761"/>
          </a:xfrm>
        </p:spPr>
        <p:txBody>
          <a:bodyPr/>
          <a:lstStyle>
            <a:lvl1pPr marL="101600" indent="0">
              <a:buNone/>
              <a:defRPr sz="2200"/>
            </a:lvl1pPr>
          </a:lstStyle>
          <a:p>
            <a:pPr lvl="0"/>
            <a:r>
              <a:rPr lang="en-US" dirty="0"/>
              <a:t>Chapter name</a:t>
            </a:r>
          </a:p>
        </p:txBody>
      </p:sp>
      <p:sp>
        <p:nvSpPr>
          <p:cNvPr id="21" name="Picture Placeholder 2">
            <a:extLst>
              <a:ext uri="{FF2B5EF4-FFF2-40B4-BE49-F238E27FC236}">
                <a16:creationId xmlns:a16="http://schemas.microsoft.com/office/drawing/2014/main" xmlns="" id="{3775DEB9-371F-4F7C-9E72-5881E622C6B2}"/>
              </a:ext>
            </a:extLst>
          </p:cNvPr>
          <p:cNvSpPr>
            <a:spLocks noGrp="1"/>
          </p:cNvSpPr>
          <p:nvPr>
            <p:ph type="pic" sz="quarter" idx="18"/>
          </p:nvPr>
        </p:nvSpPr>
        <p:spPr>
          <a:xfrm>
            <a:off x="457200" y="1517650"/>
            <a:ext cx="4178300" cy="4608513"/>
          </a:xfrm>
        </p:spPr>
        <p:txBody>
          <a:bodyPr/>
          <a:lstStyle/>
          <a:p>
            <a:endParaRPr lang="en-IN"/>
          </a:p>
        </p:txBody>
      </p:sp>
      <p:sp>
        <p:nvSpPr>
          <p:cNvPr id="22" name="Picture Placeholder 3">
            <a:extLst>
              <a:ext uri="{FF2B5EF4-FFF2-40B4-BE49-F238E27FC236}">
                <a16:creationId xmlns:a16="http://schemas.microsoft.com/office/drawing/2014/main" xmlns="" id="{0719BB34-6C8A-431F-A718-92C95487F7B6}"/>
              </a:ext>
            </a:extLst>
          </p:cNvPr>
          <p:cNvSpPr>
            <a:spLocks noGrp="1"/>
          </p:cNvSpPr>
          <p:nvPr>
            <p:ph type="pic" sz="quarter" idx="19"/>
          </p:nvPr>
        </p:nvSpPr>
        <p:spPr>
          <a:xfrm>
            <a:off x="457200" y="6291263"/>
            <a:ext cx="1262063" cy="566737"/>
          </a:xfrm>
        </p:spPr>
        <p:txBody>
          <a:bodyPr/>
          <a:lstStyle/>
          <a:p>
            <a:endParaRPr lang="en-IN" dirty="0"/>
          </a:p>
        </p:txBody>
      </p:sp>
      <p:sp>
        <p:nvSpPr>
          <p:cNvPr id="23" name="Content Placeholder 7">
            <a:extLst>
              <a:ext uri="{FF2B5EF4-FFF2-40B4-BE49-F238E27FC236}">
                <a16:creationId xmlns:a16="http://schemas.microsoft.com/office/drawing/2014/main" xmlns="" id="{F1702C9D-6322-4EB6-8C1C-0A4114EB9DC8}"/>
              </a:ext>
            </a:extLst>
          </p:cNvPr>
          <p:cNvSpPr>
            <a:spLocks noGrp="1"/>
          </p:cNvSpPr>
          <p:nvPr>
            <p:ph sz="quarter" idx="20" hasCustomPrompt="1"/>
          </p:nvPr>
        </p:nvSpPr>
        <p:spPr>
          <a:xfrm>
            <a:off x="5029200" y="4379844"/>
            <a:ext cx="3657600" cy="893761"/>
          </a:xfrm>
        </p:spPr>
        <p:txBody>
          <a:bodyPr/>
          <a:lstStyle>
            <a:lvl1pPr marL="101600" indent="0">
              <a:buNone/>
              <a:defRPr sz="2200"/>
            </a:lvl1pPr>
          </a:lstStyle>
          <a:p>
            <a:pPr lvl="0"/>
            <a:r>
              <a:rPr lang="en-US" dirty="0"/>
              <a:t>Chapter name</a:t>
            </a:r>
          </a:p>
        </p:txBody>
      </p:sp>
      <p:sp>
        <p:nvSpPr>
          <p:cNvPr id="3" name="Content Placeholder 2">
            <a:extLst>
              <a:ext uri="{FF2B5EF4-FFF2-40B4-BE49-F238E27FC236}">
                <a16:creationId xmlns:a16="http://schemas.microsoft.com/office/drawing/2014/main" xmlns="" id="{8A026303-4976-4CB5-AE31-5123D7A3865C}"/>
              </a:ext>
            </a:extLst>
          </p:cNvPr>
          <p:cNvSpPr>
            <a:spLocks noGrp="1"/>
          </p:cNvSpPr>
          <p:nvPr>
            <p:ph sz="quarter" idx="21"/>
          </p:nvPr>
        </p:nvSpPr>
        <p:spPr>
          <a:xfrm>
            <a:off x="457200" y="990600"/>
            <a:ext cx="8229600" cy="3762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a:extLst>
              <a:ext uri="{FF2B5EF4-FFF2-40B4-BE49-F238E27FC236}">
                <a16:creationId xmlns:a16="http://schemas.microsoft.com/office/drawing/2014/main" xmlns="" id="{66C8179C-6F86-4206-8BEB-B985D1E75B5E}"/>
              </a:ext>
            </a:extLst>
          </p:cNvPr>
          <p:cNvSpPr>
            <a:spLocks noGrp="1"/>
          </p:cNvSpPr>
          <p:nvPr>
            <p:ph sz="quarter" idx="22"/>
          </p:nvPr>
        </p:nvSpPr>
        <p:spPr>
          <a:xfrm>
            <a:off x="2895600" y="6477000"/>
            <a:ext cx="5791200" cy="268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83036115"/>
      </p:ext>
    </p:extLst>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jp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Picture Placeholder 6" descr="Pearson Logo">
            <a:extLst>
              <a:ext uri="{FF2B5EF4-FFF2-40B4-BE49-F238E27FC236}">
                <a16:creationId xmlns:a16="http://schemas.microsoft.com/office/drawing/2014/main" xmlns="" id="{3CCEB9DD-6499-293A-630E-555AD47DF3A1}"/>
              </a:ext>
            </a:extLst>
          </p:cNvPr>
          <p:cNvPicPr>
            <a:picLocks noChangeAspect="1"/>
          </p:cNvPicPr>
          <p:nvPr userDrawn="1"/>
        </p:nvPicPr>
        <p:blipFill>
          <a:blip r:embed="rId22"/>
          <a:stretch>
            <a:fillRect/>
          </a:stretch>
        </p:blipFill>
        <p:spPr>
          <a:xfrm>
            <a:off x="437875" y="6473055"/>
            <a:ext cx="921600" cy="290397"/>
          </a:xfrm>
          <a:prstGeom prst="rect">
            <a:avLst/>
          </a:prstGeom>
        </p:spPr>
      </p:pic>
      <p:sp>
        <p:nvSpPr>
          <p:cNvPr id="8" name="Content Placeholder 7">
            <a:extLst>
              <a:ext uri="{FF2B5EF4-FFF2-40B4-BE49-F238E27FC236}">
                <a16:creationId xmlns:a16="http://schemas.microsoft.com/office/drawing/2014/main" xmlns="" id="{EA5A622F-20E0-9E4F-55CA-F9B789B873AE}"/>
              </a:ext>
            </a:extLst>
          </p:cNvPr>
          <p:cNvSpPr txBox="1">
            <a:spLocks/>
          </p:cNvSpPr>
          <p:nvPr userDrawn="1"/>
        </p:nvSpPr>
        <p:spPr>
          <a:xfrm>
            <a:off x="3838222" y="6513336"/>
            <a:ext cx="4893732"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indent="0" algn="r"/>
            <a:r>
              <a:rPr lang="en-US" altLang="en-US" sz="1200">
                <a:solidFill>
                  <a:schemeClr val="tx1"/>
                </a:solidFill>
                <a:latin typeface="Verdana" panose="020B0604030504040204" pitchFamily="34" charset="0"/>
                <a:ea typeface="Verdana" panose="020B0604030504040204" pitchFamily="34" charset="0"/>
                <a:cs typeface="Verdana" panose="020B0604030504040204" pitchFamily="34" charset="0"/>
              </a:rPr>
              <a:t>Copyright © 2013 Pearson Education, Inc. All Rights Reserved</a:t>
            </a:r>
            <a:endParaRPr lang="en-US" alt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73" r:id="rId1"/>
    <p:sldLayoutId id="2147483695" r:id="rId2"/>
    <p:sldLayoutId id="2147483703" r:id="rId3"/>
    <p:sldLayoutId id="2147483696" r:id="rId4"/>
    <p:sldLayoutId id="2147483707" r:id="rId5"/>
    <p:sldLayoutId id="2147483697" r:id="rId6"/>
    <p:sldLayoutId id="2147483706" r:id="rId7"/>
    <p:sldLayoutId id="2147483722" r:id="rId8"/>
    <p:sldLayoutId id="2147483698" r:id="rId9"/>
    <p:sldLayoutId id="2147483699" r:id="rId10"/>
    <p:sldLayoutId id="2147483700" r:id="rId11"/>
    <p:sldLayoutId id="2147483701" r:id="rId12"/>
    <p:sldLayoutId id="2147483666" r:id="rId13"/>
    <p:sldLayoutId id="2147483665" r:id="rId14"/>
    <p:sldLayoutId id="2147483651" r:id="rId15"/>
    <p:sldLayoutId id="2147483654" r:id="rId16"/>
    <p:sldLayoutId id="2147483655" r:id="rId17"/>
    <p:sldLayoutId id="2147483656" r:id="rId18"/>
    <p:sldLayoutId id="2147483705" r:id="rId19"/>
    <p:sldLayoutId id="214748372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72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1.jpg"/><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150141"/>
            <a:ext cx="8267234" cy="1144347"/>
          </a:xfrm>
        </p:spPr>
        <p:txBody>
          <a:bodyPr wrap="square" lIns="0" tIns="18000" rIns="0" bIns="18000" anchor="ctr">
            <a:spAutoFit/>
          </a:bodyPr>
          <a:lstStyle/>
          <a:p>
            <a:r>
              <a:rPr lang="en-US" dirty="0">
                <a:ea typeface="Calibri" panose="020F0502020204030204" pitchFamily="34" charset="0"/>
              </a:rPr>
              <a:t>Cyberlaw: The Law of the Internet and Information Technology</a:t>
            </a:r>
            <a:endParaRPr lang="en-US" dirty="0">
              <a:effectLst/>
              <a:ea typeface="Calibri" panose="020F0502020204030204" pitchFamily="34" charset="0"/>
            </a:endParaRPr>
          </a:p>
        </p:txBody>
      </p:sp>
      <p:sp>
        <p:nvSpPr>
          <p:cNvPr id="17" name="Content Placeholder 16">
            <a:extLst>
              <a:ext uri="{FF2B5EF4-FFF2-40B4-BE49-F238E27FC236}">
                <a16:creationId xmlns:a16="http://schemas.microsoft.com/office/drawing/2014/main" xmlns="" id="{3B793719-A7EE-4540-A8F4-A2D00610EDA6}"/>
              </a:ext>
            </a:extLst>
          </p:cNvPr>
          <p:cNvSpPr>
            <a:spLocks noGrp="1"/>
          </p:cNvSpPr>
          <p:nvPr>
            <p:ph sz="quarter" idx="14"/>
          </p:nvPr>
        </p:nvSpPr>
        <p:spPr>
          <a:xfrm>
            <a:off x="456746" y="1443728"/>
            <a:ext cx="8275208" cy="344128"/>
          </a:xfrm>
        </p:spPr>
        <p:txBody>
          <a:bodyPr wrap="square" lIns="0" tIns="18000" rIns="0" bIns="18000" anchor="ctr">
            <a:spAutoFit/>
          </a:bodyPr>
          <a:lstStyle/>
          <a:p>
            <a:pPr marL="0">
              <a:spcBef>
                <a:spcPct val="0"/>
              </a:spcBef>
            </a:pPr>
            <a:r>
              <a:rPr lang="en-US" sz="2000" dirty="0">
                <a:solidFill>
                  <a:srgbClr val="007FA3"/>
                </a:solidFill>
                <a:latin typeface="Arial" panose="020B0604020202020204" pitchFamily="34" charset="0"/>
                <a:cs typeface="Arial" panose="020B0604020202020204" pitchFamily="34" charset="0"/>
              </a:rPr>
              <a:t>First Edition </a:t>
            </a:r>
          </a:p>
        </p:txBody>
      </p:sp>
      <p:pic>
        <p:nvPicPr>
          <p:cNvPr id="6" name="Picture Placeholder 5" descr="Front Cover: Cyberlaw: The Law of the Internet and Information Technology First Edition by Craig.">
            <a:extLst>
              <a:ext uri="{FF2B5EF4-FFF2-40B4-BE49-F238E27FC236}">
                <a16:creationId xmlns:a16="http://schemas.microsoft.com/office/drawing/2014/main" xmlns="" id="{4D06FC4D-F4C2-930C-AD66-58F8309CD667}"/>
              </a:ext>
            </a:extLst>
          </p:cNvPr>
          <p:cNvPicPr>
            <a:picLocks noGrp="1" noChangeAspect="1"/>
          </p:cNvPicPr>
          <p:nvPr>
            <p:ph type="pic" sz="quarter" idx="18"/>
          </p:nvPr>
        </p:nvPicPr>
        <p:blipFill>
          <a:blip r:embed="rId3"/>
          <a:srcRect t="5922" b="5922"/>
          <a:stretch>
            <a:fillRect/>
          </a:stretch>
        </p:blipFill>
        <p:spPr>
          <a:xfrm>
            <a:off x="475199" y="2009603"/>
            <a:ext cx="3555625" cy="4181143"/>
          </a:xfrm>
        </p:spPr>
      </p:pic>
      <p:sp>
        <p:nvSpPr>
          <p:cNvPr id="15" name="Content Placeholder 14">
            <a:extLst>
              <a:ext uri="{FF2B5EF4-FFF2-40B4-BE49-F238E27FC236}">
                <a16:creationId xmlns:a16="http://schemas.microsoft.com/office/drawing/2014/main" xmlns="" id="{E43C93AB-C2B8-4D4F-ACB4-6567A17197A0}"/>
              </a:ext>
            </a:extLst>
          </p:cNvPr>
          <p:cNvSpPr>
            <a:spLocks noGrp="1"/>
          </p:cNvSpPr>
          <p:nvPr>
            <p:ph sz="quarter" idx="15"/>
          </p:nvPr>
        </p:nvSpPr>
        <p:spPr>
          <a:xfrm>
            <a:off x="4580626" y="3047221"/>
            <a:ext cx="1726868" cy="498016"/>
          </a:xfrm>
        </p:spPr>
        <p:txBody>
          <a:bodyPr wrap="square" lIns="0" tIns="18000" rIns="0" bIns="18000" anchor="ctr">
            <a:spAutoFit/>
          </a:bodyPr>
          <a:lstStyle/>
          <a:p>
            <a:pPr marL="0"/>
            <a:r>
              <a:rPr lang="en-US" sz="3000" dirty="0">
                <a:latin typeface="Arial" panose="020B0604020202020204" pitchFamily="34" charset="0"/>
                <a:cs typeface="Arial" panose="020B0604020202020204" pitchFamily="34" charset="0"/>
              </a:rPr>
              <a:t>Chapter 3</a:t>
            </a:r>
          </a:p>
        </p:txBody>
      </p:sp>
      <p:sp>
        <p:nvSpPr>
          <p:cNvPr id="10" name="Content Placeholder 9">
            <a:extLst>
              <a:ext uri="{FF2B5EF4-FFF2-40B4-BE49-F238E27FC236}">
                <a16:creationId xmlns:a16="http://schemas.microsoft.com/office/drawing/2014/main" xmlns="" id="{35A873D2-A2ED-4ED8-8D16-043637C931D8}"/>
              </a:ext>
            </a:extLst>
          </p:cNvPr>
          <p:cNvSpPr>
            <a:spLocks noGrp="1"/>
          </p:cNvSpPr>
          <p:nvPr>
            <p:ph sz="quarter" idx="20"/>
          </p:nvPr>
        </p:nvSpPr>
        <p:spPr>
          <a:xfrm>
            <a:off x="4599464" y="3782843"/>
            <a:ext cx="4072230" cy="374906"/>
          </a:xfrm>
        </p:spPr>
        <p:txBody>
          <a:bodyPr wrap="square" lIns="0" tIns="18000" rIns="0" bIns="18000" anchor="ctr">
            <a:spAutoFit/>
          </a:bodyPr>
          <a:lstStyle/>
          <a:p>
            <a:pPr marL="0"/>
            <a:r>
              <a:rPr lang="en-US" altLang="en-US" dirty="0">
                <a:latin typeface="Arial" panose="020B0604020202020204" pitchFamily="34" charset="0"/>
                <a:cs typeface="Arial" panose="020B0604020202020204" pitchFamily="34" charset="0"/>
              </a:rPr>
              <a:t>Trademarks in E-Commerce</a:t>
            </a:r>
          </a:p>
        </p:txBody>
      </p:sp>
      <p:pic>
        <p:nvPicPr>
          <p:cNvPr id="7" name="Picture Placeholder 6" descr="Pearson Logo">
            <a:extLst>
              <a:ext uri="{FF2B5EF4-FFF2-40B4-BE49-F238E27FC236}">
                <a16:creationId xmlns:a16="http://schemas.microsoft.com/office/drawing/2014/main" xmlns="" id="{A7DC35F9-2103-49E0-B092-A5584228713A}"/>
              </a:ext>
            </a:extLst>
          </p:cNvPr>
          <p:cNvPicPr>
            <a:picLocks noGrp="1" noChangeAspect="1"/>
          </p:cNvPicPr>
          <p:nvPr>
            <p:ph type="pic" sz="quarter" idx="19"/>
          </p:nvPr>
        </p:nvPicPr>
        <p:blipFill>
          <a:blip r:embed="rId4"/>
          <a:stretch>
            <a:fillRect/>
          </a:stretch>
        </p:blipFill>
        <p:spPr>
          <a:xfrm>
            <a:off x="437875" y="6473055"/>
            <a:ext cx="921600" cy="290397"/>
          </a:xfrm>
          <a:prstGeom prst="rect">
            <a:avLst/>
          </a:prstGeom>
        </p:spPr>
      </p:pic>
      <p:sp>
        <p:nvSpPr>
          <p:cNvPr id="9" name="Content Placeholder 7">
            <a:extLst>
              <a:ext uri="{FF2B5EF4-FFF2-40B4-BE49-F238E27FC236}">
                <a16:creationId xmlns:a16="http://schemas.microsoft.com/office/drawing/2014/main" xmlns="" id="{A973C53F-6115-DCE2-C900-40D7F07A99DD}"/>
              </a:ext>
            </a:extLst>
          </p:cNvPr>
          <p:cNvSpPr>
            <a:spLocks noGrp="1"/>
          </p:cNvSpPr>
          <p:nvPr>
            <p:ph sz="quarter" idx="21"/>
          </p:nvPr>
        </p:nvSpPr>
        <p:spPr>
          <a:xfrm>
            <a:off x="3838222" y="6513336"/>
            <a:ext cx="4893732" cy="221018"/>
          </a:xfrm>
        </p:spPr>
        <p:txBody>
          <a:bodyPr wrap="square" lIns="0" tIns="18000" rIns="0" bIns="18000" anchor="ctr">
            <a:spAutoFit/>
          </a:bodyPr>
          <a:lstStyle/>
          <a:p>
            <a:pPr marL="0" indent="0" algn="r">
              <a:buNone/>
            </a:pPr>
            <a:r>
              <a:rPr lang="en-US" alt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2013 Pearson Education, Inc. All Rights Reserved</a:t>
            </a:r>
          </a:p>
        </p:txBody>
      </p:sp>
    </p:spTree>
    <p:extLst>
      <p:ext uri="{BB962C8B-B14F-4D97-AF65-F5344CB8AC3E}">
        <p14:creationId xmlns:p14="http://schemas.microsoft.com/office/powerpoint/2010/main" val="1491036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sz="3600" dirty="0"/>
              <a:t>Learning Objectives </a:t>
            </a:r>
            <a:r>
              <a:rPr lang="en-US" sz="2800" dirty="0"/>
              <a:t>(1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33335"/>
            <a:ext cx="8229600" cy="405683"/>
          </a:xfrm>
        </p:spPr>
        <p:txBody>
          <a:bodyPr tIns="18000" bIns="18000" anchor="ctr" anchorCtr="0">
            <a:spAutoFit/>
          </a:bodyPr>
          <a:lstStyle/>
          <a:p>
            <a:pPr marL="0" indent="0">
              <a:spcBef>
                <a:spcPts val="600"/>
              </a:spcBef>
              <a:buNone/>
            </a:pPr>
            <a:r>
              <a:rPr lang="en-US" i="1" dirty="0">
                <a:latin typeface="Arial" panose="020B0604020202020204" pitchFamily="34" charset="0"/>
                <a:cs typeface="Arial" panose="020B0604020202020204" pitchFamily="34" charset="0"/>
              </a:rPr>
              <a:t>After this lecture, you should:</a:t>
            </a:r>
          </a:p>
        </p:txBody>
      </p:sp>
      <p:sp>
        <p:nvSpPr>
          <p:cNvPr id="4" name="Content Placeholder 3">
            <a:extLst>
              <a:ext uri="{FF2B5EF4-FFF2-40B4-BE49-F238E27FC236}">
                <a16:creationId xmlns:a16="http://schemas.microsoft.com/office/drawing/2014/main" xmlns="" id="{B6AC5C9C-6BEA-63C0-1EAA-DB60BE5A3B6C}"/>
              </a:ext>
            </a:extLst>
          </p:cNvPr>
          <p:cNvSpPr>
            <a:spLocks noGrp="1"/>
          </p:cNvSpPr>
          <p:nvPr>
            <p:ph sz="quarter" idx="14"/>
          </p:nvPr>
        </p:nvSpPr>
        <p:spPr>
          <a:xfrm>
            <a:off x="457200" y="1643074"/>
            <a:ext cx="8229600" cy="2637064"/>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3.1	</a:t>
            </a:r>
            <a:r>
              <a:rPr lang="en-US" altLang="en-US" dirty="0">
                <a:latin typeface="Arial" panose="020B0604020202020204" pitchFamily="34" charset="0"/>
                <a:cs typeface="Arial" panose="020B0604020202020204" pitchFamily="34" charset="0"/>
              </a:rPr>
              <a:t>Explain and define a trademark under the Lanham Act.</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3.2	</a:t>
            </a:r>
            <a:r>
              <a:rPr lang="en-US" altLang="en-US" dirty="0">
                <a:latin typeface="Arial" panose="020B0604020202020204" pitchFamily="34" charset="0"/>
                <a:cs typeface="Arial" panose="020B0604020202020204" pitchFamily="34" charset="0"/>
              </a:rPr>
              <a:t>Explain the scope of trademark protection for Internet content, software and other technology-related products and services</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3.3	</a:t>
            </a:r>
            <a:r>
              <a:rPr lang="en-US" altLang="en-US" dirty="0">
                <a:latin typeface="Arial" panose="020B0604020202020204" pitchFamily="34" charset="0"/>
                <a:cs typeface="Arial" panose="020B0604020202020204" pitchFamily="34" charset="0"/>
              </a:rPr>
              <a:t>Describe the marking requirements for trademarks, particularly for online content. </a:t>
            </a:r>
          </a:p>
        </p:txBody>
      </p:sp>
    </p:spTree>
    <p:extLst>
      <p:ext uri="{BB962C8B-B14F-4D97-AF65-F5344CB8AC3E}">
        <p14:creationId xmlns:p14="http://schemas.microsoft.com/office/powerpoint/2010/main" val="1023625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sz="3600" dirty="0"/>
              <a:t>Learning Objectives </a:t>
            </a:r>
            <a:r>
              <a:rPr lang="en-US" sz="2800" dirty="0"/>
              <a:t>(2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38235"/>
            <a:ext cx="8229600" cy="2075371"/>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3.4	</a:t>
            </a:r>
            <a:r>
              <a:rPr lang="en-US" altLang="en-US" dirty="0">
                <a:latin typeface="Arial" panose="020B0604020202020204" pitchFamily="34" charset="0"/>
                <a:cs typeface="Arial" panose="020B0604020202020204" pitchFamily="34" charset="0"/>
              </a:rPr>
              <a:t>Explain the likelihood-of-confusion test for trademark infringement actions.</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3.5	</a:t>
            </a:r>
            <a:r>
              <a:rPr lang="en-US" altLang="en-US" dirty="0">
                <a:latin typeface="Arial" panose="020B0604020202020204" pitchFamily="34" charset="0"/>
                <a:cs typeface="Arial" panose="020B0604020202020204" pitchFamily="34" charset="0"/>
              </a:rPr>
              <a:t>Explain the purpose of the Anticybersquatting Consumer Protection Act of 1999 (</a:t>
            </a:r>
            <a:r>
              <a:rPr lang="en-US" altLang="en-US" spc="-300" dirty="0">
                <a:latin typeface="Arial" panose="020B0604020202020204" pitchFamily="34" charset="0"/>
                <a:cs typeface="Arial" panose="020B0604020202020204" pitchFamily="34" charset="0"/>
              </a:rPr>
              <a:t>A C P </a:t>
            </a:r>
            <a:r>
              <a:rPr lang="en-US" altLang="en-US" dirty="0">
                <a:latin typeface="Arial" panose="020B0604020202020204" pitchFamily="34" charset="0"/>
                <a:cs typeface="Arial" panose="020B0604020202020204" pitchFamily="34" charset="0"/>
              </a:rPr>
              <a:t>A) and the Trademark Dilution Revision Act of 2006 (</a:t>
            </a:r>
            <a:r>
              <a:rPr lang="en-US" altLang="en-US" spc="-300" dirty="0">
                <a:latin typeface="Arial" panose="020B0604020202020204" pitchFamily="34" charset="0"/>
                <a:cs typeface="Arial" panose="020B0604020202020204" pitchFamily="34" charset="0"/>
              </a:rPr>
              <a:t>T D R </a:t>
            </a:r>
            <a:r>
              <a:rPr lang="en-US" altLang="en-US"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1896970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3.1 Lanham Act</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15399"/>
            <a:ext cx="8267356" cy="2329287"/>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Lanham Act:</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Federal statute found in Title 15 United States Code, that governs trademarks</a:t>
            </a:r>
          </a:p>
          <a:p>
            <a:pPr marL="342900" indent="-342900">
              <a:spcBef>
                <a:spcPts val="600"/>
              </a:spcBef>
            </a:pPr>
            <a:r>
              <a:rPr lang="en-US" altLang="en-US" b="1" dirty="0">
                <a:latin typeface="Arial" panose="020B0604020202020204" pitchFamily="34" charset="0"/>
                <a:cs typeface="Arial" panose="020B0604020202020204" pitchFamily="34" charset="0"/>
              </a:rPr>
              <a:t>Trademark:</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any word, name, symbol, or device, or any combination thereof used to identify and distinguish one’s goods from those manufactured or sold by others to indicate the source of the goods</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51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3.2 Examples of Trademarks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6278"/>
            <a:ext cx="8267356" cy="851959"/>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AIM, You’ve Got Mail, Bing</a:t>
            </a:r>
          </a:p>
          <a:p>
            <a:pPr marL="342900" indent="-342900">
              <a:spcBef>
                <a:spcPts val="600"/>
              </a:spcBef>
            </a:pPr>
            <a:r>
              <a:rPr lang="en-US" altLang="en-US" dirty="0">
                <a:latin typeface="Arial" panose="020B0604020202020204" pitchFamily="34" charset="0"/>
                <a:cs typeface="Arial" panose="020B0604020202020204" pitchFamily="34" charset="0"/>
              </a:rPr>
              <a:t>“Buddy List” – dispute between </a:t>
            </a:r>
            <a:r>
              <a:rPr lang="en-US" altLang="en-US" spc="-300" dirty="0">
                <a:latin typeface="Arial" panose="020B0604020202020204" pitchFamily="34" charset="0"/>
                <a:cs typeface="Arial" panose="020B0604020202020204" pitchFamily="34" charset="0"/>
              </a:rPr>
              <a:t>A O </a:t>
            </a:r>
            <a:r>
              <a:rPr lang="en-US" altLang="en-US" dirty="0">
                <a:latin typeface="Arial" panose="020B0604020202020204" pitchFamily="34" charset="0"/>
                <a:cs typeface="Arial" panose="020B0604020202020204" pitchFamily="34" charset="0"/>
              </a:rPr>
              <a:t>L and </a:t>
            </a:r>
            <a:r>
              <a:rPr lang="en-US" altLang="en-US" spc="-300" dirty="0">
                <a:latin typeface="Arial" panose="020B0604020202020204" pitchFamily="34" charset="0"/>
                <a:cs typeface="Arial" panose="020B0604020202020204" pitchFamily="34" charset="0"/>
              </a:rPr>
              <a:t>A </a:t>
            </a:r>
            <a:r>
              <a:rPr lang="en-US" altLang="en-US" dirty="0">
                <a:latin typeface="Arial" panose="020B0604020202020204" pitchFamily="34" charset="0"/>
                <a:cs typeface="Arial" panose="020B0604020202020204" pitchFamily="34" charset="0"/>
              </a:rPr>
              <a:t>T&amp;T</a:t>
            </a:r>
          </a:p>
        </p:txBody>
      </p:sp>
    </p:spTree>
    <p:extLst>
      <p:ext uri="{BB962C8B-B14F-4D97-AF65-F5344CB8AC3E}">
        <p14:creationId xmlns:p14="http://schemas.microsoft.com/office/powerpoint/2010/main" val="4088357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3.2 Non-Generic Trade Names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8222"/>
            <a:ext cx="8267356" cy="1221291"/>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A generic term cannot be registered as a trademark</a:t>
            </a:r>
          </a:p>
          <a:p>
            <a:pPr marL="342900" indent="-342900">
              <a:spcBef>
                <a:spcPts val="600"/>
              </a:spcBef>
            </a:pPr>
            <a:r>
              <a:rPr lang="en-US" altLang="en-US" i="1" dirty="0">
                <a:latin typeface="Arial" panose="020B0604020202020204" pitchFamily="34" charset="0"/>
                <a:cs typeface="Arial" panose="020B0604020202020204" pitchFamily="34" charset="0"/>
              </a:rPr>
              <a:t>In re Hotels.com</a:t>
            </a:r>
            <a:r>
              <a:rPr lang="en-US" altLang="en-US" dirty="0">
                <a:latin typeface="Arial" panose="020B0604020202020204" pitchFamily="34" charset="0"/>
                <a:cs typeface="Arial" panose="020B0604020202020204" pitchFamily="34" charset="0"/>
              </a:rPr>
              <a:t>: “HOTELS.COM” was to generic to receive trademark protection</a:t>
            </a:r>
          </a:p>
        </p:txBody>
      </p:sp>
    </p:spTree>
    <p:extLst>
      <p:ext uri="{BB962C8B-B14F-4D97-AF65-F5344CB8AC3E}">
        <p14:creationId xmlns:p14="http://schemas.microsoft.com/office/powerpoint/2010/main" val="3768651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3.2 Trademark Duration</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9016"/>
            <a:ext cx="8267356" cy="1667567"/>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Each registration remains in force for 10 years</a:t>
            </a:r>
          </a:p>
          <a:p>
            <a:pPr marL="829818" lvl="1" indent="-342900"/>
            <a:r>
              <a:rPr lang="en-US" altLang="en-US" dirty="0">
                <a:latin typeface="Arial" panose="020B0604020202020204" pitchFamily="34" charset="0"/>
                <a:cs typeface="Arial" panose="020B0604020202020204" pitchFamily="34" charset="0"/>
              </a:rPr>
              <a:t>May be renewed for another 10 years</a:t>
            </a:r>
          </a:p>
          <a:p>
            <a:pPr marL="342900" indent="-342900">
              <a:spcBef>
                <a:spcPts val="600"/>
              </a:spcBef>
            </a:pPr>
            <a:r>
              <a:rPr lang="en-US" altLang="en-US" b="1" dirty="0">
                <a:latin typeface="Arial" panose="020B0604020202020204" pitchFamily="34" charset="0"/>
                <a:cs typeface="Arial" panose="020B0604020202020204" pitchFamily="34" charset="0"/>
              </a:rPr>
              <a:t>Provided the trademark continues to be used in commerce, trademark protection may last indefinitely</a:t>
            </a:r>
          </a:p>
        </p:txBody>
      </p:sp>
    </p:spTree>
    <p:extLst>
      <p:ext uri="{BB962C8B-B14F-4D97-AF65-F5344CB8AC3E}">
        <p14:creationId xmlns:p14="http://schemas.microsoft.com/office/powerpoint/2010/main" val="1606115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3.2 Trademark Registration</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12299"/>
            <a:ext cx="8101997" cy="2036899"/>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Registration with the U.S. Patent and Trademark Office (</a:t>
            </a:r>
            <a:r>
              <a:rPr lang="en-US" altLang="en-US" spc="-300" dirty="0">
                <a:latin typeface="Arial" panose="020B0604020202020204" pitchFamily="34" charset="0"/>
                <a:cs typeface="Arial" panose="020B0604020202020204" pitchFamily="34" charset="0"/>
              </a:rPr>
              <a:t>U S P T </a:t>
            </a:r>
            <a:r>
              <a:rPr lang="en-US" altLang="en-US" dirty="0">
                <a:latin typeface="Arial" panose="020B0604020202020204" pitchFamily="34" charset="0"/>
                <a:cs typeface="Arial" panose="020B0604020202020204" pitchFamily="34" charset="0"/>
              </a:rPr>
              <a:t>O)</a:t>
            </a:r>
          </a:p>
          <a:p>
            <a:pPr marL="342900" indent="-342900">
              <a:spcBef>
                <a:spcPts val="600"/>
              </a:spcBef>
            </a:pPr>
            <a:r>
              <a:rPr lang="en-US" altLang="en-US" dirty="0">
                <a:latin typeface="Arial" panose="020B0604020202020204" pitchFamily="34" charset="0"/>
                <a:cs typeface="Arial" panose="020B0604020202020204" pitchFamily="34" charset="0"/>
              </a:rPr>
              <a:t>Application with Trademark Electronic Application System (</a:t>
            </a:r>
            <a:r>
              <a:rPr lang="en-US" altLang="en-US" spc="-300" dirty="0">
                <a:latin typeface="Arial" panose="020B0604020202020204" pitchFamily="34" charset="0"/>
                <a:cs typeface="Arial" panose="020B0604020202020204" pitchFamily="34" charset="0"/>
              </a:rPr>
              <a:t>T E A </a:t>
            </a:r>
            <a:r>
              <a:rPr lang="en-US" altLang="en-US" dirty="0">
                <a:latin typeface="Arial" panose="020B0604020202020204" pitchFamily="34" charset="0"/>
                <a:cs typeface="Arial" panose="020B0604020202020204" pitchFamily="34" charset="0"/>
              </a:rPr>
              <a:t>S)</a:t>
            </a:r>
          </a:p>
          <a:p>
            <a:pPr marL="342900" indent="-342900">
              <a:spcBef>
                <a:spcPts val="600"/>
              </a:spcBef>
            </a:pPr>
            <a:r>
              <a:rPr lang="en-US" altLang="en-US" dirty="0">
                <a:latin typeface="Arial" panose="020B0604020202020204" pitchFamily="34" charset="0"/>
                <a:cs typeface="Arial" panose="020B0604020202020204" pitchFamily="34" charset="0"/>
              </a:rPr>
              <a:t>Official Gazette and Principe Register</a:t>
            </a:r>
            <a:endParaRPr lang="en-US"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293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2"/>
            <a:ext cx="8267357" cy="1144347"/>
          </a:xfrm>
        </p:spPr>
        <p:txBody>
          <a:bodyPr wrap="square" tIns="18000" bIns="18000" anchor="ctr" anchorCtr="0">
            <a:spAutoFit/>
          </a:bodyPr>
          <a:lstStyle/>
          <a:p>
            <a:pPr marL="0" indent="0" eaLnBrk="1" hangingPunct="1"/>
            <a:r>
              <a:rPr lang="en-US" altLang="en-US" dirty="0"/>
              <a:t>3.3 Marking Requirements for Registered Trademarks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25653"/>
            <a:ext cx="8267356" cy="1298235"/>
          </a:xfrm>
        </p:spPr>
        <p:txBody>
          <a:bodyPr wrap="square" tIns="18000" bIns="18000" anchor="ctr" anchorCtr="0">
            <a:spAutoFit/>
          </a:bodyPr>
          <a:lstStyle/>
          <a:p>
            <a:pPr marL="342900" indent="-342900">
              <a:spcBef>
                <a:spcPts val="600"/>
              </a:spcBef>
            </a:pPr>
            <a:r>
              <a:rPr lang="en-US" altLang="en-US" sz="2400" dirty="0">
                <a:latin typeface="Arial" panose="020B0604020202020204" pitchFamily="34" charset="0"/>
                <a:cs typeface="Arial" panose="020B0604020202020204" pitchFamily="34" charset="0"/>
              </a:rPr>
              <a:t>“®”</a:t>
            </a:r>
          </a:p>
          <a:p>
            <a:pPr marL="342900" indent="-342900">
              <a:spcBef>
                <a:spcPts val="600"/>
              </a:spcBef>
            </a:pPr>
            <a:r>
              <a:rPr lang="en-US" altLang="en-US" sz="2400" dirty="0">
                <a:latin typeface="Arial" panose="020B0604020202020204" pitchFamily="34" charset="0"/>
                <a:cs typeface="Arial" panose="020B0604020202020204" pitchFamily="34" charset="0"/>
              </a:rPr>
              <a:t>“Registered, U.S. Patent and Trademark Office” or</a:t>
            </a:r>
          </a:p>
          <a:p>
            <a:pPr marL="342900" indent="-342900">
              <a:spcBef>
                <a:spcPts val="600"/>
              </a:spcBef>
            </a:pPr>
            <a:r>
              <a:rPr lang="en-US" altLang="en-US" sz="2400" dirty="0">
                <a:latin typeface="Arial" panose="020B0604020202020204" pitchFamily="34" charset="0"/>
                <a:cs typeface="Arial" panose="020B0604020202020204" pitchFamily="34" charset="0"/>
              </a:rPr>
              <a:t>“Reg. U.S. Pat. &amp; Tm. Off.”</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1320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2"/>
            <a:ext cx="8267357" cy="1144347"/>
          </a:xfrm>
        </p:spPr>
        <p:txBody>
          <a:bodyPr wrap="square" tIns="18000" bIns="18000" anchor="ctr" anchorCtr="0">
            <a:spAutoFit/>
          </a:bodyPr>
          <a:lstStyle/>
          <a:p>
            <a:pPr marL="0" indent="0" eaLnBrk="1" hangingPunct="1"/>
            <a:r>
              <a:rPr lang="en-US" altLang="en-US" dirty="0"/>
              <a:t>3.3 Marking Requirements for Unregistered Trademarks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29985"/>
            <a:ext cx="8267356" cy="3006395"/>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Unregistered marks: not governed by federal regulations</a:t>
            </a:r>
          </a:p>
          <a:p>
            <a:pPr marL="829818" lvl="1" indent="-342900"/>
            <a:r>
              <a:rPr lang="en-US" altLang="en-US" dirty="0">
                <a:latin typeface="Arial" panose="020B0604020202020204" pitchFamily="34" charset="0"/>
                <a:cs typeface="Arial" panose="020B0604020202020204" pitchFamily="34" charset="0"/>
              </a:rPr>
              <a:t>May be governed by local, state, or foreign laws</a:t>
            </a:r>
          </a:p>
          <a:p>
            <a:pPr marL="342900" indent="-342900">
              <a:spcBef>
                <a:spcPts val="600"/>
              </a:spcBef>
            </a:pPr>
            <a:r>
              <a:rPr lang="en-US" altLang="en-US" b="1" dirty="0">
                <a:latin typeface="Arial" panose="020B0604020202020204" pitchFamily="34" charset="0"/>
                <a:cs typeface="Arial" panose="020B0604020202020204" pitchFamily="34" charset="0"/>
              </a:rPr>
              <a:t>Unregistered marks: “</a:t>
            </a:r>
            <a:r>
              <a:rPr lang="en-US" altLang="en-US" b="1" spc="-300" dirty="0">
                <a:latin typeface="Arial" panose="020B0604020202020204" pitchFamily="34" charset="0"/>
                <a:cs typeface="Arial" panose="020B0604020202020204" pitchFamily="34" charset="0"/>
              </a:rPr>
              <a:t>T </a:t>
            </a:r>
            <a:r>
              <a:rPr lang="en-US" altLang="en-US" b="1" dirty="0">
                <a:latin typeface="Arial" panose="020B0604020202020204" pitchFamily="34" charset="0"/>
                <a:cs typeface="Arial" panose="020B0604020202020204" pitchFamily="34" charset="0"/>
              </a:rPr>
              <a:t>M”</a:t>
            </a:r>
            <a:r>
              <a:rPr lang="en-US" altLang="en-US" dirty="0">
                <a:latin typeface="Arial" panose="020B0604020202020204" pitchFamily="34" charset="0"/>
                <a:cs typeface="Arial" panose="020B0604020202020204" pitchFamily="34" charset="0"/>
              </a:rPr>
              <a:t> </a:t>
            </a:r>
          </a:p>
          <a:p>
            <a:pPr marL="829818" lvl="1" indent="-342900"/>
            <a:r>
              <a:rPr lang="en-US" altLang="en-US" dirty="0">
                <a:latin typeface="Arial" panose="020B0604020202020204" pitchFamily="34" charset="0"/>
                <a:cs typeface="Arial" panose="020B0604020202020204" pitchFamily="34" charset="0"/>
              </a:rPr>
              <a:t>Trademark</a:t>
            </a:r>
          </a:p>
          <a:p>
            <a:pPr marL="342900" indent="-342900">
              <a:spcBef>
                <a:spcPts val="600"/>
              </a:spcBef>
            </a:pPr>
            <a:r>
              <a:rPr lang="en-US" altLang="en-US" b="1" dirty="0">
                <a:latin typeface="Arial" panose="020B0604020202020204" pitchFamily="34" charset="0"/>
                <a:cs typeface="Arial" panose="020B0604020202020204" pitchFamily="34" charset="0"/>
              </a:rPr>
              <a:t>Unregistered marks: “</a:t>
            </a:r>
            <a:r>
              <a:rPr lang="en-US" altLang="en-US" b="1" spc="-300" dirty="0">
                <a:latin typeface="Arial" panose="020B0604020202020204" pitchFamily="34" charset="0"/>
                <a:cs typeface="Arial" panose="020B0604020202020204" pitchFamily="34" charset="0"/>
              </a:rPr>
              <a:t>S </a:t>
            </a:r>
            <a:r>
              <a:rPr lang="en-US" altLang="en-US" b="1" dirty="0">
                <a:latin typeface="Arial" panose="020B0604020202020204" pitchFamily="34" charset="0"/>
                <a:cs typeface="Arial" panose="020B0604020202020204" pitchFamily="34" charset="0"/>
              </a:rPr>
              <a:t>M”</a:t>
            </a:r>
          </a:p>
          <a:p>
            <a:pPr marL="829818" lvl="1" indent="-342900"/>
            <a:r>
              <a:rPr lang="en-US" altLang="en-US" dirty="0">
                <a:latin typeface="Arial" panose="020B0604020202020204" pitchFamily="34" charset="0"/>
                <a:cs typeface="Arial" panose="020B0604020202020204" pitchFamily="34" charset="0"/>
              </a:rPr>
              <a:t>Service mark</a:t>
            </a:r>
          </a:p>
        </p:txBody>
      </p:sp>
    </p:spTree>
    <p:extLst>
      <p:ext uri="{BB962C8B-B14F-4D97-AF65-F5344CB8AC3E}">
        <p14:creationId xmlns:p14="http://schemas.microsoft.com/office/powerpoint/2010/main" val="214764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0"/>
            <a:ext cx="8267357" cy="1144347"/>
          </a:xfrm>
        </p:spPr>
        <p:txBody>
          <a:bodyPr wrap="square" tIns="18000" bIns="18000" anchor="ctr" anchorCtr="0">
            <a:spAutoFit/>
          </a:bodyPr>
          <a:lstStyle/>
          <a:p>
            <a:pPr marL="0" indent="0" eaLnBrk="1" hangingPunct="1"/>
            <a:r>
              <a:rPr lang="en-US" altLang="en-US" dirty="0"/>
              <a:t>3.4 Likelihood of Confusion Test Factors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28044"/>
            <a:ext cx="8267356" cy="2637064"/>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Degree of similarity between the marks</a:t>
            </a:r>
          </a:p>
          <a:p>
            <a:pPr marL="342900" indent="-342900">
              <a:spcBef>
                <a:spcPts val="600"/>
              </a:spcBef>
            </a:pPr>
            <a:r>
              <a:rPr lang="en-US" altLang="en-US" dirty="0">
                <a:latin typeface="Arial" panose="020B0604020202020204" pitchFamily="34" charset="0"/>
                <a:cs typeface="Arial" panose="020B0604020202020204" pitchFamily="34" charset="0"/>
              </a:rPr>
              <a:t>Intent of the alleged infringer in using the mark</a:t>
            </a:r>
          </a:p>
          <a:p>
            <a:pPr marL="342900" indent="-342900">
              <a:spcBef>
                <a:spcPts val="600"/>
              </a:spcBef>
            </a:pPr>
            <a:r>
              <a:rPr lang="en-US" altLang="en-US" dirty="0">
                <a:latin typeface="Arial" panose="020B0604020202020204" pitchFamily="34" charset="0"/>
                <a:cs typeface="Arial" panose="020B0604020202020204" pitchFamily="34" charset="0"/>
              </a:rPr>
              <a:t>Evidence of actual confusion</a:t>
            </a:r>
          </a:p>
          <a:p>
            <a:pPr marL="342900" indent="-342900">
              <a:spcBef>
                <a:spcPts val="600"/>
              </a:spcBef>
            </a:pPr>
            <a:r>
              <a:rPr lang="en-US" altLang="en-US" dirty="0">
                <a:latin typeface="Arial" panose="020B0604020202020204" pitchFamily="34" charset="0"/>
                <a:cs typeface="Arial" panose="020B0604020202020204" pitchFamily="34" charset="0"/>
              </a:rPr>
              <a:t>Similarity of products and manner of marketing</a:t>
            </a:r>
          </a:p>
          <a:p>
            <a:pPr marL="342900" indent="-342900">
              <a:spcBef>
                <a:spcPts val="600"/>
              </a:spcBef>
            </a:pPr>
            <a:r>
              <a:rPr lang="en-US" altLang="en-US" dirty="0">
                <a:latin typeface="Arial" panose="020B0604020202020204" pitchFamily="34" charset="0"/>
                <a:cs typeface="Arial" panose="020B0604020202020204" pitchFamily="34" charset="0"/>
              </a:rPr>
              <a:t>Degree of care likely to be exercised by purchasers</a:t>
            </a:r>
          </a:p>
          <a:p>
            <a:pPr marL="342900" indent="-342900">
              <a:spcBef>
                <a:spcPts val="600"/>
              </a:spcBef>
            </a:pPr>
            <a:r>
              <a:rPr lang="en-US" altLang="en-US" dirty="0">
                <a:latin typeface="Arial" panose="020B0604020202020204" pitchFamily="34" charset="0"/>
                <a:cs typeface="Arial" panose="020B0604020202020204" pitchFamily="34" charset="0"/>
              </a:rPr>
              <a:t>Strength or weakness of the marks</a:t>
            </a:r>
          </a:p>
        </p:txBody>
      </p:sp>
    </p:spTree>
    <p:extLst>
      <p:ext uri="{BB962C8B-B14F-4D97-AF65-F5344CB8AC3E}">
        <p14:creationId xmlns:p14="http://schemas.microsoft.com/office/powerpoint/2010/main" val="268246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4"/>
            <a:ext cx="8267357" cy="590349"/>
          </a:xfrm>
        </p:spPr>
        <p:txBody>
          <a:bodyPr wrap="square" tIns="18000" bIns="18000" anchor="ctr" anchorCtr="0">
            <a:spAutoFit/>
          </a:bodyPr>
          <a:lstStyle/>
          <a:p>
            <a:pPr marL="0" indent="0" eaLnBrk="1" hangingPunct="1"/>
            <a:r>
              <a:rPr lang="en-US" altLang="en-US" dirty="0"/>
              <a:t>3.4 Likelihood of Confusion Test</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30164"/>
            <a:ext cx="8267356" cy="1590623"/>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Plaintiff bears burden of proving by a preponderance of the evidence that likelihood of confusion exists</a:t>
            </a:r>
          </a:p>
          <a:p>
            <a:pPr marL="342900" indent="-342900">
              <a:spcBef>
                <a:spcPts val="600"/>
              </a:spcBef>
            </a:pPr>
            <a:r>
              <a:rPr lang="en-US" altLang="en-US" dirty="0">
                <a:latin typeface="Arial" panose="020B0604020202020204" pitchFamily="34" charset="0"/>
                <a:cs typeface="Arial" panose="020B0604020202020204" pitchFamily="34" charset="0"/>
              </a:rPr>
              <a:t>Surveys of customers often used to show consumer confusion</a:t>
            </a:r>
          </a:p>
        </p:txBody>
      </p:sp>
    </p:spTree>
    <p:extLst>
      <p:ext uri="{BB962C8B-B14F-4D97-AF65-F5344CB8AC3E}">
        <p14:creationId xmlns:p14="http://schemas.microsoft.com/office/powerpoint/2010/main" val="3122844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2"/>
            <a:ext cx="8267357" cy="1144347"/>
          </a:xfrm>
        </p:spPr>
        <p:txBody>
          <a:bodyPr wrap="square" tIns="18000" bIns="18000" anchor="ctr" anchorCtr="0">
            <a:spAutoFit/>
          </a:bodyPr>
          <a:lstStyle/>
          <a:p>
            <a:pPr marL="0" indent="0" eaLnBrk="1" hangingPunct="1"/>
            <a:r>
              <a:rPr lang="en-US" altLang="en-US" dirty="0"/>
              <a:t>3.5 Anticybersquatting Consumer Protection Act of 1999 (</a:t>
            </a:r>
            <a:r>
              <a:rPr lang="en-US" altLang="en-US" spc="-500" dirty="0"/>
              <a:t>A C P </a:t>
            </a:r>
            <a:r>
              <a:rPr lang="en-US" altLang="en-US" dirty="0"/>
              <a:t>A)</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31486"/>
            <a:ext cx="8267356" cy="2406231"/>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Federal law authorizing a trademark owner to obtain a federal-court order transferring ownership of a domain name from a </a:t>
            </a:r>
            <a:r>
              <a:rPr lang="en-US" altLang="en-US" dirty="0" err="1">
                <a:latin typeface="Arial" panose="020B0604020202020204" pitchFamily="34" charset="0"/>
                <a:cs typeface="Arial" panose="020B0604020202020204" pitchFamily="34" charset="0"/>
              </a:rPr>
              <a:t>cybersquatter</a:t>
            </a:r>
            <a:r>
              <a:rPr lang="en-US" altLang="en-US" dirty="0">
                <a:latin typeface="Arial" panose="020B0604020202020204" pitchFamily="34" charset="0"/>
                <a:cs typeface="Arial" panose="020B0604020202020204" pitchFamily="34" charset="0"/>
              </a:rPr>
              <a:t> to the trademark owner</a:t>
            </a:r>
          </a:p>
          <a:p>
            <a:pPr marL="342900" indent="-342900">
              <a:spcBef>
                <a:spcPts val="600"/>
              </a:spcBef>
            </a:pPr>
            <a:r>
              <a:rPr lang="en-US" altLang="en-US" dirty="0">
                <a:latin typeface="Arial" panose="020B0604020202020204" pitchFamily="34" charset="0"/>
                <a:cs typeface="Arial" panose="020B0604020202020204" pitchFamily="34" charset="0"/>
              </a:rPr>
              <a:t>Purpose of the </a:t>
            </a:r>
            <a:r>
              <a:rPr lang="en-US" altLang="en-US" spc="-300" dirty="0">
                <a:latin typeface="Arial" panose="020B0604020202020204" pitchFamily="34" charset="0"/>
                <a:cs typeface="Arial" panose="020B0604020202020204" pitchFamily="34" charset="0"/>
              </a:rPr>
              <a:t>A C P </a:t>
            </a:r>
            <a:r>
              <a:rPr lang="en-US" altLang="en-US" dirty="0">
                <a:latin typeface="Arial" panose="020B0604020202020204" pitchFamily="34" charset="0"/>
                <a:cs typeface="Arial" panose="020B0604020202020204" pitchFamily="34" charset="0"/>
              </a:rPr>
              <a:t>A: </a:t>
            </a:r>
            <a:r>
              <a:rPr lang="en-US" altLang="en-US" b="0" dirty="0">
                <a:latin typeface="Arial" panose="020B0604020202020204" pitchFamily="34" charset="0"/>
                <a:cs typeface="Arial" panose="020B0604020202020204" pitchFamily="34" charset="0"/>
              </a:rPr>
              <a:t>prevent cybersquatting</a:t>
            </a:r>
          </a:p>
          <a:p>
            <a:pPr marL="342900" indent="-342900">
              <a:spcBef>
                <a:spcPts val="600"/>
              </a:spcBef>
            </a:pPr>
            <a:r>
              <a:rPr lang="en-US" altLang="en-US" dirty="0">
                <a:latin typeface="Arial" panose="020B0604020202020204" pitchFamily="34" charset="0"/>
                <a:cs typeface="Arial" panose="020B0604020202020204" pitchFamily="34" charset="0"/>
              </a:rPr>
              <a:t>Registering a domain name with the intent to sell it to the trademark owner is presumptively an act of bad faith</a:t>
            </a:r>
          </a:p>
        </p:txBody>
      </p:sp>
    </p:spTree>
    <p:extLst>
      <p:ext uri="{BB962C8B-B14F-4D97-AF65-F5344CB8AC3E}">
        <p14:creationId xmlns:p14="http://schemas.microsoft.com/office/powerpoint/2010/main" val="2215090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2"/>
            <a:ext cx="8267357" cy="1144347"/>
          </a:xfrm>
        </p:spPr>
        <p:txBody>
          <a:bodyPr wrap="square" tIns="18000" bIns="18000" anchor="ctr" anchorCtr="0">
            <a:spAutoFit/>
          </a:bodyPr>
          <a:lstStyle/>
          <a:p>
            <a:pPr marL="0" indent="0" eaLnBrk="1" hangingPunct="1"/>
            <a:r>
              <a:rPr lang="en-US" altLang="en-US" dirty="0"/>
              <a:t>3.5 Trademark Dilution Revision Act (</a:t>
            </a:r>
            <a:r>
              <a:rPr lang="en-US" altLang="en-US" spc="-500" dirty="0"/>
              <a:t>T D R </a:t>
            </a:r>
            <a:r>
              <a:rPr lang="en-US" altLang="en-US" dirty="0"/>
              <a:t>A)</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32636"/>
            <a:ext cx="8267356" cy="2329287"/>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Law passed by Congress in 2006 to overturn holding of U.S. Supreme Court in </a:t>
            </a:r>
            <a:r>
              <a:rPr lang="en-US" altLang="en-US" b="1" i="1" dirty="0">
                <a:latin typeface="Arial" panose="020B0604020202020204" pitchFamily="34" charset="0"/>
                <a:cs typeface="Arial" panose="020B0604020202020204" pitchFamily="34" charset="0"/>
              </a:rPr>
              <a:t>Mosley v. V Secret Catalogue, Inc. </a:t>
            </a:r>
            <a:r>
              <a:rPr lang="en-US" altLang="en-US" b="1" dirty="0">
                <a:latin typeface="Arial" panose="020B0604020202020204" pitchFamily="34" charset="0"/>
                <a:cs typeface="Arial" panose="020B0604020202020204" pitchFamily="34" charset="0"/>
              </a:rPr>
              <a:t>which required plaintiffs to establish proof of “actual dilution”</a:t>
            </a:r>
          </a:p>
          <a:p>
            <a:pPr marL="342900" indent="-342900">
              <a:spcBef>
                <a:spcPts val="600"/>
              </a:spcBef>
            </a:pPr>
            <a:r>
              <a:rPr lang="en-US" altLang="en-US" b="1" dirty="0">
                <a:latin typeface="Arial" panose="020B0604020202020204" pitchFamily="34" charset="0"/>
                <a:cs typeface="Arial" panose="020B0604020202020204" pitchFamily="34" charset="0"/>
              </a:rPr>
              <a:t>Now under </a:t>
            </a:r>
            <a:r>
              <a:rPr lang="en-US" altLang="en-US" b="1" spc="-300" dirty="0">
                <a:latin typeface="Arial" panose="020B0604020202020204" pitchFamily="34" charset="0"/>
                <a:cs typeface="Arial" panose="020B0604020202020204" pitchFamily="34" charset="0"/>
              </a:rPr>
              <a:t>T D R </a:t>
            </a:r>
            <a:r>
              <a:rPr lang="en-US" altLang="en-US" b="1" dirty="0">
                <a:latin typeface="Arial" panose="020B0604020202020204" pitchFamily="34" charset="0"/>
                <a:cs typeface="Arial" panose="020B0604020202020204" pitchFamily="34" charset="0"/>
              </a:rPr>
              <a:t>A:</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plaintiff needs to only establish a “likelihood of dilution” and not “actual dilution”</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8096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altLang="en-US" dirty="0"/>
              <a:t>Chapter Summary </a:t>
            </a:r>
            <a:r>
              <a:rPr lang="en-US" altLang="en-US" sz="2800" dirty="0"/>
              <a:t>(1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18658"/>
            <a:ext cx="8229600" cy="2637064"/>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3.1	</a:t>
            </a:r>
            <a:r>
              <a:rPr lang="en-US" altLang="en-US" dirty="0">
                <a:latin typeface="Arial" panose="020B0604020202020204" pitchFamily="34" charset="0"/>
                <a:cs typeface="Arial" panose="020B0604020202020204" pitchFamily="34" charset="0"/>
              </a:rPr>
              <a:t>Explain and define a trademark under the Lanham Act</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3.2	</a:t>
            </a:r>
            <a:r>
              <a:rPr lang="en-US" altLang="en-US" dirty="0">
                <a:latin typeface="Arial" panose="020B0604020202020204" pitchFamily="34" charset="0"/>
                <a:cs typeface="Arial" panose="020B0604020202020204" pitchFamily="34" charset="0"/>
              </a:rPr>
              <a:t>Explain the scope of trademark protection for Internet content, software and other technology-related products and services.</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3.3	</a:t>
            </a:r>
            <a:r>
              <a:rPr lang="en-US" altLang="en-US" dirty="0">
                <a:latin typeface="Arial" panose="020B0604020202020204" pitchFamily="34" charset="0"/>
                <a:cs typeface="Arial" panose="020B0604020202020204" pitchFamily="34" charset="0"/>
              </a:rPr>
              <a:t>Describe the marking requirements for trademarks, particularly for online content. </a:t>
            </a:r>
          </a:p>
        </p:txBody>
      </p:sp>
    </p:spTree>
    <p:extLst>
      <p:ext uri="{BB962C8B-B14F-4D97-AF65-F5344CB8AC3E}">
        <p14:creationId xmlns:p14="http://schemas.microsoft.com/office/powerpoint/2010/main" val="924238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altLang="en-US" dirty="0"/>
              <a:t>Chapter Summary </a:t>
            </a:r>
            <a:r>
              <a:rPr lang="en-US" altLang="en-US" sz="2800" dirty="0"/>
              <a:t>(2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38238"/>
            <a:ext cx="8229600" cy="2075371"/>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3.4	</a:t>
            </a:r>
            <a:r>
              <a:rPr lang="en-US" altLang="en-US" dirty="0">
                <a:latin typeface="Arial" panose="020B0604020202020204" pitchFamily="34" charset="0"/>
                <a:cs typeface="Arial" panose="020B0604020202020204" pitchFamily="34" charset="0"/>
              </a:rPr>
              <a:t>Explain the likelihood-of-confusion test for trademark infringement actions.</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3.5	</a:t>
            </a:r>
            <a:r>
              <a:rPr lang="en-US" altLang="en-US" dirty="0">
                <a:latin typeface="Arial" panose="020B0604020202020204" pitchFamily="34" charset="0"/>
                <a:cs typeface="Arial" panose="020B0604020202020204" pitchFamily="34" charset="0"/>
              </a:rPr>
              <a:t>Explain the purpose of the Anticybersquatting Consumer Protection Act of 1999 (</a:t>
            </a:r>
            <a:r>
              <a:rPr lang="en-US" altLang="en-US" spc="-300" dirty="0">
                <a:latin typeface="Arial" panose="020B0604020202020204" pitchFamily="34" charset="0"/>
                <a:cs typeface="Arial" panose="020B0604020202020204" pitchFamily="34" charset="0"/>
              </a:rPr>
              <a:t>A C P </a:t>
            </a:r>
            <a:r>
              <a:rPr lang="en-US" altLang="en-US" dirty="0">
                <a:latin typeface="Arial" panose="020B0604020202020204" pitchFamily="34" charset="0"/>
                <a:cs typeface="Arial" panose="020B0604020202020204" pitchFamily="34" charset="0"/>
              </a:rPr>
              <a:t>A) and the Trademark Dilution Revision Act of 2006 (</a:t>
            </a:r>
            <a:r>
              <a:rPr lang="en-US" altLang="en-US" spc="-300" dirty="0">
                <a:latin typeface="Arial" panose="020B0604020202020204" pitchFamily="34" charset="0"/>
                <a:cs typeface="Arial" panose="020B0604020202020204" pitchFamily="34" charset="0"/>
              </a:rPr>
              <a:t>T D R </a:t>
            </a:r>
            <a:r>
              <a:rPr lang="en-US" altLang="en-US"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2443976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37D58C-9F1B-4866-A98E-52818AA14994}"/>
              </a:ext>
            </a:extLst>
          </p:cNvPr>
          <p:cNvSpPr>
            <a:spLocks noGrp="1"/>
          </p:cNvSpPr>
          <p:nvPr>
            <p:ph type="title"/>
          </p:nvPr>
        </p:nvSpPr>
        <p:spPr>
          <a:xfrm>
            <a:off x="446400" y="139739"/>
            <a:ext cx="8277921" cy="590349"/>
          </a:xfrm>
        </p:spPr>
        <p:txBody>
          <a:bodyPr wrap="square" lIns="0" tIns="18000" rIns="0" bIns="18000" rtlCol="0" anchor="ctr">
            <a:spAutoFit/>
          </a:bodyPr>
          <a:lstStyle/>
          <a:p>
            <a:pPr eaLnBrk="1" fontAlgn="auto" hangingPunct="1">
              <a:spcAft>
                <a:spcPts val="0"/>
              </a:spcAft>
              <a:defRPr/>
            </a:pPr>
            <a:r>
              <a:rPr lang="en-US" sz="3600" b="1" dirty="0">
                <a:latin typeface="+mj-lt"/>
              </a:rPr>
              <a:t>Copyright</a:t>
            </a:r>
          </a:p>
        </p:txBody>
      </p:sp>
      <p:pic>
        <p:nvPicPr>
          <p:cNvPr id="47107" name="Picture Placeholder 9" descr="Warning">
            <a:extLst>
              <a:ext uri="{FF2B5EF4-FFF2-40B4-BE49-F238E27FC236}">
                <a16:creationId xmlns:a16="http://schemas.microsoft.com/office/drawing/2014/main" xmlns=""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41400" y="2797325"/>
            <a:ext cx="1269677" cy="1269677"/>
          </a:xfrm>
        </p:spPr>
      </p:pic>
      <p:sp>
        <p:nvSpPr>
          <p:cNvPr id="47108" name="Content Placeholder 2">
            <a:extLst>
              <a:ext uri="{FF2B5EF4-FFF2-40B4-BE49-F238E27FC236}">
                <a16:creationId xmlns:a16="http://schemas.microsoft.com/office/drawing/2014/main" xmlns="" id="{D426AB61-8455-4298-A667-9E3A95FC73C1}"/>
              </a:ext>
            </a:extLst>
          </p:cNvPr>
          <p:cNvSpPr>
            <a:spLocks noGrp="1"/>
          </p:cNvSpPr>
          <p:nvPr>
            <p:ph idx="1"/>
          </p:nvPr>
        </p:nvSpPr>
        <p:spPr bwMode="auto">
          <a:xfrm>
            <a:off x="1828352" y="2015362"/>
            <a:ext cx="6878545"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8FE239-CD41-4532-ADD7-5DCF3B3B62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E2B6A80-A6D7-408D-80A5-6F2A0BC2FB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13318</TotalTime>
  <Words>714</Words>
  <Application>Microsoft Macintosh PowerPoint</Application>
  <PresentationFormat>On-screen Show (4:3)</PresentationFormat>
  <Paragraphs>88</Paragraphs>
  <Slides>17</Slides>
  <Notes>17</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508 Lecture</vt:lpstr>
      <vt:lpstr>1_508 Lecture</vt:lpstr>
      <vt:lpstr>Cyberlaw: The Law of the Internet and Information Technology</vt:lpstr>
      <vt:lpstr>Learning Objectives (1 of 2)</vt:lpstr>
      <vt:lpstr>Learning Objectives (2 of 2)</vt:lpstr>
      <vt:lpstr>3.1 Lanham Act</vt:lpstr>
      <vt:lpstr>3.2 Examples of Trademarks</vt:lpstr>
      <vt:lpstr>3.2 Non-Generic Trade Names</vt:lpstr>
      <vt:lpstr>3.2 Trademark Duration</vt:lpstr>
      <vt:lpstr>3.2 Trademark Registration</vt:lpstr>
      <vt:lpstr>3.3 Marking Requirements for Registered Trademarks</vt:lpstr>
      <vt:lpstr>3.3 Marking Requirements for Unregistered Trademarks</vt:lpstr>
      <vt:lpstr>3.4 Likelihood of Confusion Test Factors</vt:lpstr>
      <vt:lpstr>3.4 Likelihood of Confusion Test</vt:lpstr>
      <vt:lpstr>3.5 Anticybersquatting Consumer Protection Act of 1999 (A C P A)</vt:lpstr>
      <vt:lpstr>3.5 Trademark Dilution Revision Act (T D R A)</vt:lpstr>
      <vt:lpstr>Chapter Summary (1 of 2)</vt:lpstr>
      <vt:lpstr>Chapter Summary (2 of 2)</vt:lpstr>
      <vt:lpstr>Copyright</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Cyberlaw: The Law of the Internet and Information Technology, First Edition, Chapter 3</dc:title>
  <dc:subject>TED/Careers</dc:subject>
  <dc:creator>Brian Craig</dc:creator>
  <cp:keywords/>
  <dc:description/>
  <cp:lastModifiedBy>Guillermo Garcia</cp:lastModifiedBy>
  <cp:revision>2737</cp:revision>
  <dcterms:modified xsi:type="dcterms:W3CDTF">2023-04-23T22:50:30Z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