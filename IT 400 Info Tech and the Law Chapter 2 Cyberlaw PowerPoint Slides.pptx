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4"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3"/>
    <p:sldMasterId id="2147483660" r:id="rId4"/>
  </p:sldMasterIdLst>
  <p:notesMasterIdLst>
    <p:notesMasterId r:id="rId20"/>
  </p:notesMasterIdLst>
  <p:handoutMasterIdLst>
    <p:handoutMasterId r:id="rId21"/>
  </p:handoutMasterIdLst>
  <p:sldIdLst>
    <p:sldId id="818" r:id="rId5"/>
    <p:sldId id="1379" r:id="rId6"/>
    <p:sldId id="1380" r:id="rId7"/>
    <p:sldId id="1377" r:id="rId8"/>
    <p:sldId id="1381" r:id="rId9"/>
    <p:sldId id="1392" r:id="rId10"/>
    <p:sldId id="1393" r:id="rId11"/>
    <p:sldId id="1382" r:id="rId12"/>
    <p:sldId id="1394" r:id="rId13"/>
    <p:sldId id="1383" r:id="rId14"/>
    <p:sldId id="1395" r:id="rId15"/>
    <p:sldId id="1384" r:id="rId16"/>
    <p:sldId id="1390" r:id="rId17"/>
    <p:sldId id="1391" r:id="rId18"/>
    <p:sldId id="687" r:id="rId1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2" pos="2880" userDrawn="1">
          <p15:clr>
            <a:srgbClr val="A4A3A4"/>
          </p15:clr>
        </p15:guide>
        <p15:guide id="3" orient="horz" pos="4042" userDrawn="1">
          <p15:clr>
            <a:srgbClr val="A4A3A4"/>
          </p15:clr>
        </p15:guide>
        <p15:guide id="4" pos="272" userDrawn="1">
          <p15:clr>
            <a:srgbClr val="A4A3A4"/>
          </p15:clr>
        </p15:guide>
        <p15:guide id="5" pos="5488" userDrawn="1">
          <p15:clr>
            <a:srgbClr val="A4A3A4"/>
          </p15:clr>
        </p15:guide>
        <p15:guide id="7" orient="horz" pos="391" userDrawn="1">
          <p15:clr>
            <a:srgbClr val="A4A3A4"/>
          </p15:clr>
        </p15:guide>
        <p15:guide id="9" orient="horz" pos="935" userDrawn="1">
          <p15:clr>
            <a:srgbClr val="A4A3A4"/>
          </p15:clr>
        </p15:guide>
        <p15:guide id="10" orient="horz" pos="2183" userDrawn="1">
          <p15:clr>
            <a:srgbClr val="A4A3A4"/>
          </p15:clr>
        </p15:guide>
        <p15:guide id="11" orient="horz" pos="1253" userDrawn="1">
          <p15:clr>
            <a:srgbClr val="A4A3A4"/>
          </p15:clr>
        </p15:guide>
        <p15:guide id="12" orient="horz" pos="754" userDrawn="1">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21" autoAdjust="0"/>
    <p:restoredTop sz="77544" autoAdjust="0"/>
  </p:normalViewPr>
  <p:slideViewPr>
    <p:cSldViewPr snapToGrid="0" snapToObjects="1">
      <p:cViewPr varScale="1">
        <p:scale>
          <a:sx n="86" d="100"/>
          <a:sy n="86" d="100"/>
        </p:scale>
        <p:origin x="-2352" y="-112"/>
      </p:cViewPr>
      <p:guideLst>
        <p:guide orient="horz" pos="4042"/>
        <p:guide orient="horz" pos="391"/>
        <p:guide orient="horz" pos="935"/>
        <p:guide orient="horz" pos="2183"/>
        <p:guide orient="horz" pos="1253"/>
        <p:guide orient="horz" pos="754"/>
        <p:guide pos="2880"/>
        <p:guide pos="272"/>
        <p:guide pos="5488"/>
      </p:guideLst>
    </p:cSldViewPr>
  </p:slideViewPr>
  <p:outlineViewPr>
    <p:cViewPr>
      <p:scale>
        <a:sx n="33" d="100"/>
        <a:sy n="33" d="100"/>
      </p:scale>
      <p:origin x="0" y="-396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054" y="9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printerSettings" Target="printerSettings/printerSettings1.bin"/><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4/23/23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1) Math 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779452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936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3652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13704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3958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4988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96304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537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24486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2710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46601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16000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94224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28096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xmlns=""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xmlns=""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xmlns=""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15</a:t>
            </a:fld>
            <a:endParaRPr lang="en-US" altLang="en-US" sz="1200" dirty="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lIns="0" tIns="0" rIns="0" bIns="0"/>
          <a:lstStyle>
            <a:lvl1pPr>
              <a:defRPr sz="3600">
                <a:solidFill>
                  <a:schemeClr val="tx2"/>
                </a:solidFill>
                <a:latin typeface="+mj-lt"/>
              </a:defRPr>
            </a:lvl1pPr>
          </a:lstStyle>
          <a:p>
            <a:r>
              <a:rPr lang="en-US" dirty="0"/>
              <a:t>Click to edit Master title style</a:t>
            </a:r>
          </a:p>
        </p:txBody>
      </p:sp>
      <p:sp>
        <p:nvSpPr>
          <p:cNvPr id="3" name="Content Placeholder 2"/>
          <p:cNvSpPr>
            <a:spLocks noGrp="1"/>
          </p:cNvSpPr>
          <p:nvPr>
            <p:ph idx="1"/>
          </p:nvPr>
        </p:nvSpPr>
        <p:spPr>
          <a:xfrm>
            <a:off x="457200" y="1543822"/>
            <a:ext cx="8229600" cy="4525963"/>
          </a:xfrm>
        </p:spPr>
        <p:txBody>
          <a:bodyPr lIns="0" tIns="0" rIns="0"/>
          <a:lstStyle>
            <a:lvl1pPr marL="255600" indent="-255600">
              <a:buClr>
                <a:srgbClr val="007FA3"/>
              </a:buClr>
              <a:buSzPct val="100000"/>
              <a:buFont typeface="Arial" panose="020B0604020202020204" pitchFamily="34" charset="0"/>
              <a:buChar char="•"/>
              <a:defRPr sz="2400">
                <a:latin typeface="+mn-lt"/>
              </a:defRPr>
            </a:lvl1pPr>
            <a:lvl2pPr marL="741600" indent="-284400">
              <a:buClr>
                <a:srgbClr val="007FA3"/>
              </a:buClr>
              <a:defRPr sz="2400">
                <a:latin typeface="+mn-lt"/>
              </a:defRPr>
            </a:lvl2pPr>
            <a:lvl3pPr indent="-230400">
              <a:buClr>
                <a:srgbClr val="007FA3"/>
              </a:buClr>
              <a:defRPr sz="2400">
                <a:latin typeface="+mn-lt"/>
              </a:defRPr>
            </a:lvl3pPr>
            <a:lvl4pPr indent="-230400">
              <a:buClr>
                <a:srgbClr val="007FA3"/>
              </a:buClr>
              <a:defRPr sz="2400">
                <a:latin typeface="+mn-lt"/>
              </a:defRPr>
            </a:lvl4pPr>
            <a:lvl5pPr indent="-230400">
              <a:buClr>
                <a:srgbClr val="007FA3"/>
              </a:buClr>
              <a:defRPr sz="2400">
                <a:latin typeface="+mn-lt"/>
              </a:defRPr>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4/23/23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67289351"/>
      </p:ext>
    </p:extLst>
  </p:cSld>
  <p:clrMapOvr>
    <a:masterClrMapping/>
  </p:clrMapOvr>
  <p:extLst>
    <p:ext uri="{DCECCB84-F9BA-43D5-87BE-67443E8EF086}">
      <p15:sldGuideLst xmlns:p15="http://schemas.microsoft.com/office/powerpoint/2012/main" xmlns="">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748656664"/>
      </p:ext>
    </p:extLst>
  </p:cSld>
  <p:clrMapOvr>
    <a:masterClrMapping/>
  </p:clrMapOvr>
  <p:extLst>
    <p:ext uri="{DCECCB84-F9BA-43D5-87BE-67443E8EF086}">
      <p15:sldGuideLst xmlns:p15="http://schemas.microsoft.com/office/powerpoint/2012/main" xmlns=""/>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5" name="Text Placeholder 4"/>
          <p:cNvSpPr>
            <a:spLocks noGrp="1"/>
          </p:cNvSpPr>
          <p:nvPr>
            <p:ph type="body" sz="quarter" idx="15"/>
          </p:nvPr>
        </p:nvSpPr>
        <p:spPr>
          <a:xfrm>
            <a:off x="457200" y="3632200"/>
            <a:ext cx="8232775" cy="1793875"/>
          </a:xfrm>
        </p:spPr>
        <p:txBody>
          <a:bodyPr lIns="0" tIns="0" rIns="0" b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04871768"/>
      </p:ext>
    </p:extLst>
  </p:cSld>
  <p:clrMapOvr>
    <a:masterClrMapping/>
  </p:clrMapOvr>
  <p:extLst>
    <p:ext uri="{DCECCB84-F9BA-43D5-87BE-67443E8EF086}">
      <p15:sldGuideLst xmlns:p15="http://schemas.microsoft.com/office/powerpoint/2012/main" xmlns="">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_Table">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8229600"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063790"/>
            <a:ext cx="8229600"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490938"/>
            <a:ext cx="8229600"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able Placeholder 5">
            <a:extLst>
              <a:ext uri="{FF2B5EF4-FFF2-40B4-BE49-F238E27FC236}">
                <a16:creationId xmlns:a16="http://schemas.microsoft.com/office/drawing/2014/main" xmlns="" id="{DDCB579B-AF31-4FFA-824C-902882C9ED31}"/>
              </a:ext>
            </a:extLst>
          </p:cNvPr>
          <p:cNvSpPr>
            <a:spLocks noGrp="1"/>
          </p:cNvSpPr>
          <p:nvPr>
            <p:ph type="tbl" sz="quarter" idx="16"/>
          </p:nvPr>
        </p:nvSpPr>
        <p:spPr>
          <a:xfrm>
            <a:off x="6864350" y="1733550"/>
            <a:ext cx="1119188" cy="858838"/>
          </a:xfrm>
        </p:spPr>
        <p:txBody>
          <a:bodyPr/>
          <a:lstStyle/>
          <a:p>
            <a:endParaRPr lang="en-US"/>
          </a:p>
        </p:txBody>
      </p:sp>
    </p:spTree>
    <p:extLst>
      <p:ext uri="{BB962C8B-B14F-4D97-AF65-F5344CB8AC3E}">
        <p14:creationId xmlns:p14="http://schemas.microsoft.com/office/powerpoint/2010/main" val="3266143735"/>
      </p:ext>
    </p:extLst>
  </p:cSld>
  <p:clrMapOvr>
    <a:masterClrMapping/>
  </p:clrMapOvr>
  <p:extLst>
    <p:ext uri="{DCECCB84-F9BA-43D5-87BE-67443E8EF086}">
      <p15:sldGuideLst xmlns:p15="http://schemas.microsoft.com/office/powerpoint/2012/main" xmlns="">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7"/>
            <a:ext cx="3405116"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063790"/>
            <a:ext cx="3609833"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490938"/>
            <a:ext cx="3609833"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a:extLst>
              <a:ext uri="{FF2B5EF4-FFF2-40B4-BE49-F238E27FC236}">
                <a16:creationId xmlns:a16="http://schemas.microsoft.com/office/drawing/2014/main" xmlns="" id="{219BF772-25B5-4366-8EBF-F5711BC103A0}"/>
              </a:ext>
            </a:extLst>
          </p:cNvPr>
          <p:cNvSpPr>
            <a:spLocks noGrp="1"/>
          </p:cNvSpPr>
          <p:nvPr>
            <p:ph sz="quarter" idx="16"/>
          </p:nvPr>
        </p:nvSpPr>
        <p:spPr>
          <a:xfrm>
            <a:off x="457200" y="5649913"/>
            <a:ext cx="3405188" cy="522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xmlns="" id="{1F27EA7A-7586-4D9D-AF0F-E6479540B22A}"/>
              </a:ext>
            </a:extLst>
          </p:cNvPr>
          <p:cNvSpPr>
            <a:spLocks noGrp="1"/>
          </p:cNvSpPr>
          <p:nvPr>
            <p:ph sz="quarter" idx="17"/>
          </p:nvPr>
        </p:nvSpPr>
        <p:spPr>
          <a:xfrm>
            <a:off x="5554662" y="1706563"/>
            <a:ext cx="3030537"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xmlns="" id="{ED1C0F3D-A919-4296-A4B5-5DA839012830}"/>
              </a:ext>
            </a:extLst>
          </p:cNvPr>
          <p:cNvSpPr>
            <a:spLocks noGrp="1"/>
          </p:cNvSpPr>
          <p:nvPr>
            <p:ph sz="quarter" idx="18"/>
          </p:nvPr>
        </p:nvSpPr>
        <p:spPr>
          <a:xfrm>
            <a:off x="5213350" y="3143250"/>
            <a:ext cx="337185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xmlns="" id="{6E4D2E6A-3508-4CCC-9582-54D824D586B2}"/>
              </a:ext>
            </a:extLst>
          </p:cNvPr>
          <p:cNvSpPr>
            <a:spLocks noGrp="1"/>
          </p:cNvSpPr>
          <p:nvPr>
            <p:ph sz="quarter" idx="19"/>
          </p:nvPr>
        </p:nvSpPr>
        <p:spPr>
          <a:xfrm>
            <a:off x="5364163" y="4478338"/>
            <a:ext cx="365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xmlns="" id="{C43FC78B-AF4D-40E7-888D-B48BC8882180}"/>
              </a:ext>
            </a:extLst>
          </p:cNvPr>
          <p:cNvSpPr>
            <a:spLocks noGrp="1"/>
          </p:cNvSpPr>
          <p:nvPr>
            <p:ph sz="quarter" idx="20"/>
          </p:nvPr>
        </p:nvSpPr>
        <p:spPr>
          <a:xfrm>
            <a:off x="5548313" y="5575300"/>
            <a:ext cx="37592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xmlns="" id="{243BDBDC-FA54-4186-BCC1-6070DE4CB779}"/>
              </a:ext>
            </a:extLst>
          </p:cNvPr>
          <p:cNvSpPr>
            <a:spLocks noGrp="1"/>
          </p:cNvSpPr>
          <p:nvPr>
            <p:ph type="pic" sz="quarter" idx="23"/>
          </p:nvPr>
        </p:nvSpPr>
        <p:spPr>
          <a:xfrm>
            <a:off x="5842000" y="1706563"/>
            <a:ext cx="1214438" cy="657225"/>
          </a:xfrm>
        </p:spPr>
        <p:txBody>
          <a:bodyPr/>
          <a:lstStyle/>
          <a:p>
            <a:endParaRPr lang="en-IN"/>
          </a:p>
        </p:txBody>
      </p:sp>
      <p:sp>
        <p:nvSpPr>
          <p:cNvPr id="11" name="Content Placeholder 10">
            <a:extLst>
              <a:ext uri="{FF2B5EF4-FFF2-40B4-BE49-F238E27FC236}">
                <a16:creationId xmlns:a16="http://schemas.microsoft.com/office/drawing/2014/main" xmlns="" id="{3E972728-FCD0-4BA2-9DA2-C842204CE1A6}"/>
              </a:ext>
            </a:extLst>
          </p:cNvPr>
          <p:cNvSpPr>
            <a:spLocks noGrp="1"/>
          </p:cNvSpPr>
          <p:nvPr>
            <p:ph sz="quarter" idx="24"/>
          </p:nvPr>
        </p:nvSpPr>
        <p:spPr>
          <a:xfrm>
            <a:off x="5554663" y="1074738"/>
            <a:ext cx="3030537" cy="4810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xmlns="" id="{E178AD25-1A79-4278-BD96-071FB232FD55}"/>
              </a:ext>
            </a:extLst>
          </p:cNvPr>
          <p:cNvSpPr>
            <a:spLocks noGrp="1"/>
          </p:cNvSpPr>
          <p:nvPr>
            <p:ph sz="quarter" idx="25"/>
          </p:nvPr>
        </p:nvSpPr>
        <p:spPr>
          <a:xfrm>
            <a:off x="5548313" y="509131"/>
            <a:ext cx="2921000" cy="5429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37929805"/>
      </p:ext>
    </p:extLst>
  </p:cSld>
  <p:clrMapOvr>
    <a:masterClrMapping/>
  </p:clrMapOvr>
  <p:extLst>
    <p:ext uri="{DCECCB84-F9BA-43D5-87BE-67443E8EF086}">
      <p15:sldGuideLst xmlns:p15="http://schemas.microsoft.com/office/powerpoint/2012/main" xmlns="">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762941656"/>
      </p:ext>
    </p:extLst>
  </p:cSld>
  <p:clrMapOvr>
    <a:masterClrMapping/>
  </p:clrMapOvr>
  <p:extLst>
    <p:ext uri="{DCECCB84-F9BA-43D5-87BE-67443E8EF086}">
      <p15:sldGuideLst xmlns:p15="http://schemas.microsoft.com/office/powerpoint/2012/main" xmlns=""/>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Picture Placeholder 6">
            <a:extLst>
              <a:ext uri="{FF2B5EF4-FFF2-40B4-BE49-F238E27FC236}">
                <a16:creationId xmlns:a16="http://schemas.microsoft.com/office/drawing/2014/main" xmlns="" id="{639CF0CA-0F67-48D6-8A56-27C742D3BC6A}"/>
              </a:ext>
            </a:extLst>
          </p:cNvPr>
          <p:cNvSpPr>
            <a:spLocks noGrp="1"/>
          </p:cNvSpPr>
          <p:nvPr>
            <p:ph type="pic" sz="quarter" idx="17"/>
          </p:nvPr>
        </p:nvSpPr>
        <p:spPr>
          <a:xfrm>
            <a:off x="6454775" y="2760663"/>
            <a:ext cx="1501775" cy="2452687"/>
          </a:xfrm>
        </p:spPr>
        <p:txBody>
          <a:bodyPr/>
          <a:lstStyle/>
          <a:p>
            <a:endParaRPr lang="en-US"/>
          </a:p>
        </p:txBody>
      </p:sp>
    </p:spTree>
    <p:extLst>
      <p:ext uri="{BB962C8B-B14F-4D97-AF65-F5344CB8AC3E}">
        <p14:creationId xmlns:p14="http://schemas.microsoft.com/office/powerpoint/2010/main" val="70843919"/>
      </p:ext>
    </p:extLst>
  </p:cSld>
  <p:clrMapOvr>
    <a:masterClrMapping/>
  </p:clrMapOvr>
  <p:extLst>
    <p:ext uri="{DCECCB84-F9BA-43D5-87BE-67443E8EF086}">
      <p15:sldGuideLst xmlns:p15="http://schemas.microsoft.com/office/powerpoint/2012/main" xmlns=""/>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8" name="Content Placeholder 7">
            <a:extLst>
              <a:ext uri="{FF2B5EF4-FFF2-40B4-BE49-F238E27FC236}">
                <a16:creationId xmlns:a16="http://schemas.microsoft.com/office/drawing/2014/main" xmlns="" id="{56984912-EF5B-48FB-88A1-089015F62C90}"/>
              </a:ext>
            </a:extLst>
          </p:cNvPr>
          <p:cNvSpPr>
            <a:spLocks noGrp="1"/>
          </p:cNvSpPr>
          <p:nvPr>
            <p:ph sz="quarter" idx="13"/>
          </p:nvPr>
        </p:nvSpPr>
        <p:spPr>
          <a:xfrm>
            <a:off x="457200" y="1452563"/>
            <a:ext cx="2730500" cy="1187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xmlns="" id="{15D83452-85E2-4295-B978-FFA4AF49AF07}"/>
              </a:ext>
            </a:extLst>
          </p:cNvPr>
          <p:cNvSpPr>
            <a:spLocks noGrp="1"/>
          </p:cNvSpPr>
          <p:nvPr>
            <p:ph sz="quarter" idx="14"/>
          </p:nvPr>
        </p:nvSpPr>
        <p:spPr>
          <a:xfrm>
            <a:off x="3521075" y="1543050"/>
            <a:ext cx="2435225" cy="109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xmlns="" id="{D8C1307C-99C5-4D28-996B-6B4B88DCBCD3}"/>
              </a:ext>
            </a:extLst>
          </p:cNvPr>
          <p:cNvSpPr>
            <a:spLocks noGrp="1"/>
          </p:cNvSpPr>
          <p:nvPr>
            <p:ph sz="quarter" idx="15"/>
          </p:nvPr>
        </p:nvSpPr>
        <p:spPr>
          <a:xfrm>
            <a:off x="6408738" y="1543050"/>
            <a:ext cx="2368550" cy="109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xmlns="" id="{99A7E121-90C1-4544-95E1-BC1B6E1D40E0}"/>
              </a:ext>
            </a:extLst>
          </p:cNvPr>
          <p:cNvSpPr>
            <a:spLocks noGrp="1"/>
          </p:cNvSpPr>
          <p:nvPr>
            <p:ph sz="quarter" idx="16"/>
          </p:nvPr>
        </p:nvSpPr>
        <p:spPr>
          <a:xfrm>
            <a:off x="457200" y="2990850"/>
            <a:ext cx="2730500"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xmlns="" id="{24DA296C-D8B3-482C-9EBE-66903442DE06}"/>
              </a:ext>
            </a:extLst>
          </p:cNvPr>
          <p:cNvSpPr>
            <a:spLocks noGrp="1"/>
          </p:cNvSpPr>
          <p:nvPr>
            <p:ph sz="quarter" idx="17"/>
          </p:nvPr>
        </p:nvSpPr>
        <p:spPr>
          <a:xfrm>
            <a:off x="3521075" y="2990850"/>
            <a:ext cx="2332038"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xmlns="" id="{06CB216E-70B9-4B40-AAD2-4B6A8A38065D}"/>
              </a:ext>
            </a:extLst>
          </p:cNvPr>
          <p:cNvSpPr>
            <a:spLocks noGrp="1"/>
          </p:cNvSpPr>
          <p:nvPr>
            <p:ph sz="quarter" idx="18"/>
          </p:nvPr>
        </p:nvSpPr>
        <p:spPr>
          <a:xfrm>
            <a:off x="6335713" y="3059113"/>
            <a:ext cx="2332037" cy="1096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xmlns="" id="{77F6E4FF-30A2-41DB-BE12-593FE6BE030B}"/>
              </a:ext>
            </a:extLst>
          </p:cNvPr>
          <p:cNvSpPr>
            <a:spLocks noGrp="1"/>
          </p:cNvSpPr>
          <p:nvPr>
            <p:ph sz="quarter" idx="19"/>
          </p:nvPr>
        </p:nvSpPr>
        <p:spPr>
          <a:xfrm>
            <a:off x="563563" y="4386263"/>
            <a:ext cx="2546350"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xmlns="" id="{0A560949-E67A-4312-882E-6358140B7ED8}"/>
              </a:ext>
            </a:extLst>
          </p:cNvPr>
          <p:cNvSpPr>
            <a:spLocks noGrp="1"/>
          </p:cNvSpPr>
          <p:nvPr>
            <p:ph sz="quarter" idx="20"/>
          </p:nvPr>
        </p:nvSpPr>
        <p:spPr>
          <a:xfrm>
            <a:off x="3521075" y="4306888"/>
            <a:ext cx="2332038"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xmlns="" id="{C14D49C2-3CCB-49F3-9233-148F93AC7477}"/>
              </a:ext>
            </a:extLst>
          </p:cNvPr>
          <p:cNvSpPr>
            <a:spLocks noGrp="1"/>
          </p:cNvSpPr>
          <p:nvPr>
            <p:ph sz="quarter" idx="21"/>
          </p:nvPr>
        </p:nvSpPr>
        <p:spPr>
          <a:xfrm>
            <a:off x="6408738" y="4656138"/>
            <a:ext cx="2332037" cy="790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Picture Placeholder 25">
            <a:extLst>
              <a:ext uri="{FF2B5EF4-FFF2-40B4-BE49-F238E27FC236}">
                <a16:creationId xmlns:a16="http://schemas.microsoft.com/office/drawing/2014/main" xmlns="" id="{05C606E9-3BCF-41D4-8970-9B6A67C2D8C3}"/>
              </a:ext>
            </a:extLst>
          </p:cNvPr>
          <p:cNvSpPr>
            <a:spLocks noGrp="1"/>
          </p:cNvSpPr>
          <p:nvPr>
            <p:ph type="pic" sz="quarter" idx="22"/>
          </p:nvPr>
        </p:nvSpPr>
        <p:spPr>
          <a:xfrm>
            <a:off x="631825" y="5753100"/>
            <a:ext cx="6862763" cy="654050"/>
          </a:xfrm>
        </p:spPr>
        <p:txBody>
          <a:bodyPr/>
          <a:lstStyle/>
          <a:p>
            <a:endParaRPr lang="en-US"/>
          </a:p>
        </p:txBody>
      </p:sp>
    </p:spTree>
    <p:extLst>
      <p:ext uri="{BB962C8B-B14F-4D97-AF65-F5344CB8AC3E}">
        <p14:creationId xmlns:p14="http://schemas.microsoft.com/office/powerpoint/2010/main" val="2713173721"/>
      </p:ext>
    </p:extLst>
  </p:cSld>
  <p:clrMapOvr>
    <a:masterClrMapping/>
  </p:clrMapOvr>
  <p:extLst>
    <p:ext uri="{DCECCB84-F9BA-43D5-87BE-67443E8EF086}">
      <p15:sldGuideLst xmlns:p15="http://schemas.microsoft.com/office/powerpoint/2012/main" xmlns=""/>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70830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451377"/>
            <a:ext cx="8229600" cy="735437"/>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3486685"/>
            <a:ext cx="8229600" cy="716830"/>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4503386"/>
            <a:ext cx="8232775" cy="7168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5494338"/>
            <a:ext cx="8229600" cy="5556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15060848"/>
      </p:ext>
    </p:extLst>
  </p:cSld>
  <p:clrMapOvr>
    <a:masterClrMapping/>
  </p:clrMapOvr>
  <p:extLst>
    <p:ext uri="{DCECCB84-F9BA-43D5-87BE-67443E8EF086}">
      <p15:sldGuideLst xmlns:p15="http://schemas.microsoft.com/office/powerpoint/2012/main" xmlns=""/>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ix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3454400" cy="59517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273743"/>
            <a:ext cx="3060700" cy="554915"/>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950895"/>
            <a:ext cx="2882900" cy="535791"/>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1" y="3639492"/>
            <a:ext cx="3060700" cy="677152"/>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4469451"/>
            <a:ext cx="3187700" cy="598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1" y="5221288"/>
            <a:ext cx="3060700" cy="641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Picture Placeholder 8">
            <a:extLst>
              <a:ext uri="{FF2B5EF4-FFF2-40B4-BE49-F238E27FC236}">
                <a16:creationId xmlns:a16="http://schemas.microsoft.com/office/drawing/2014/main" xmlns="" id="{F6C37207-A3F8-4574-A280-193C14351385}"/>
              </a:ext>
            </a:extLst>
          </p:cNvPr>
          <p:cNvSpPr>
            <a:spLocks noGrp="1"/>
          </p:cNvSpPr>
          <p:nvPr>
            <p:ph type="pic" sz="quarter" idx="19"/>
          </p:nvPr>
        </p:nvSpPr>
        <p:spPr>
          <a:xfrm>
            <a:off x="4445000" y="2006600"/>
            <a:ext cx="1676400" cy="1422400"/>
          </a:xfrm>
        </p:spPr>
        <p:txBody>
          <a:bodyPr/>
          <a:lstStyle/>
          <a:p>
            <a:endParaRPr lang="en-IN"/>
          </a:p>
        </p:txBody>
      </p:sp>
      <p:sp>
        <p:nvSpPr>
          <p:cNvPr id="11" name="Picture Placeholder 10">
            <a:extLst>
              <a:ext uri="{FF2B5EF4-FFF2-40B4-BE49-F238E27FC236}">
                <a16:creationId xmlns:a16="http://schemas.microsoft.com/office/drawing/2014/main" xmlns="" id="{24C41F22-D960-4EA9-82CA-6EC0F1548FCA}"/>
              </a:ext>
            </a:extLst>
          </p:cNvPr>
          <p:cNvSpPr>
            <a:spLocks noGrp="1"/>
          </p:cNvSpPr>
          <p:nvPr>
            <p:ph type="pic" sz="quarter" idx="20"/>
          </p:nvPr>
        </p:nvSpPr>
        <p:spPr>
          <a:xfrm>
            <a:off x="6807200" y="2006600"/>
            <a:ext cx="1562100" cy="1257300"/>
          </a:xfrm>
        </p:spPr>
        <p:txBody>
          <a:bodyPr/>
          <a:lstStyle/>
          <a:p>
            <a:endParaRPr lang="en-IN"/>
          </a:p>
        </p:txBody>
      </p:sp>
      <p:sp>
        <p:nvSpPr>
          <p:cNvPr id="13" name="Picture Placeholder 12">
            <a:extLst>
              <a:ext uri="{FF2B5EF4-FFF2-40B4-BE49-F238E27FC236}">
                <a16:creationId xmlns:a16="http://schemas.microsoft.com/office/drawing/2014/main" xmlns="" id="{9C745473-FE07-4482-9DE1-E9DC0FF87029}"/>
              </a:ext>
            </a:extLst>
          </p:cNvPr>
          <p:cNvSpPr>
            <a:spLocks noGrp="1"/>
          </p:cNvSpPr>
          <p:nvPr>
            <p:ph type="pic" sz="quarter" idx="21"/>
          </p:nvPr>
        </p:nvSpPr>
        <p:spPr>
          <a:xfrm>
            <a:off x="4838700" y="3640138"/>
            <a:ext cx="2247900" cy="1427162"/>
          </a:xfrm>
        </p:spPr>
        <p:txBody>
          <a:bodyPr/>
          <a:lstStyle/>
          <a:p>
            <a:endParaRPr lang="en-IN"/>
          </a:p>
        </p:txBody>
      </p:sp>
    </p:spTree>
    <p:extLst>
      <p:ext uri="{BB962C8B-B14F-4D97-AF65-F5344CB8AC3E}">
        <p14:creationId xmlns:p14="http://schemas.microsoft.com/office/powerpoint/2010/main" val="744271391"/>
      </p:ext>
    </p:extLst>
  </p:cSld>
  <p:clrMapOvr>
    <a:masterClrMapping/>
  </p:clrMapOvr>
  <p:extLst>
    <p:ext uri="{DCECCB84-F9BA-43D5-87BE-67443E8EF086}">
      <p15:sldGuideLst xmlns:p15="http://schemas.microsoft.com/office/powerpoint/2012/main" xmlns=""/>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even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365732"/>
            <a:ext cx="8232775" cy="465069"/>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3938594"/>
            <a:ext cx="8229600" cy="4438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0" y="4569758"/>
            <a:ext cx="8232775" cy="464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457200" y="5221288"/>
            <a:ext cx="8229600" cy="55163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377977732"/>
      </p:ext>
    </p:extLst>
  </p:cSld>
  <p:clrMapOvr>
    <a:masterClrMapping/>
  </p:clrMapOvr>
  <p:extLst>
    <p:ext uri="{DCECCB84-F9BA-43D5-87BE-67443E8EF086}">
      <p15:sldGuideLst xmlns:p15="http://schemas.microsoft.com/office/powerpoint/2012/main" xmlns=""/>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Eight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365732"/>
            <a:ext cx="8232775" cy="38553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3938595"/>
            <a:ext cx="8229600" cy="3780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0" y="4503969"/>
            <a:ext cx="8232775" cy="3842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457200" y="5069348"/>
            <a:ext cx="8229600" cy="451321"/>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0" y="5614988"/>
            <a:ext cx="8232775" cy="44450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22864151"/>
      </p:ext>
    </p:extLst>
  </p:cSld>
  <p:clrMapOvr>
    <a:masterClrMapping/>
  </p:clrMapOvr>
  <p:extLst>
    <p:ext uri="{DCECCB84-F9BA-43D5-87BE-67443E8EF086}">
      <p15:sldGuideLst xmlns:p15="http://schemas.microsoft.com/office/powerpoint/2012/main" xmlns=""/>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1"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0" tIns="0" rIns="0" bIns="0"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dirty="0"/>
          </a:p>
        </p:txBody>
      </p:sp>
      <p:sp>
        <p:nvSpPr>
          <p:cNvPr id="6" name="Date Placeholder 3">
            <a:extLst>
              <a:ext uri="{FF2B5EF4-FFF2-40B4-BE49-F238E27FC236}">
                <a16:creationId xmlns:a16="http://schemas.microsoft.com/office/drawing/2014/main" xmlns=""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4/23/23</a:t>
            </a:fld>
            <a:endParaRPr lang="en-US" dirty="0"/>
          </a:p>
        </p:txBody>
      </p:sp>
      <p:sp>
        <p:nvSpPr>
          <p:cNvPr id="9" name="Slide Number Placeholder 5">
            <a:extLst>
              <a:ext uri="{FF2B5EF4-FFF2-40B4-BE49-F238E27FC236}">
                <a16:creationId xmlns:a16="http://schemas.microsoft.com/office/drawing/2014/main" xmlns=""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11257424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hasCustomPrompt="1"/>
          </p:nvPr>
        </p:nvSpPr>
        <p:spPr>
          <a:xfrm>
            <a:off x="457200" y="1556326"/>
            <a:ext cx="8229600" cy="4434275"/>
          </a:xfrm>
        </p:spPr>
        <p:txBody>
          <a:bodyPr lIns="0" tIns="0" rIns="0" bIns="0"/>
          <a:lstStyle>
            <a:lvl1pPr marL="342000" indent="-342000">
              <a:spcBef>
                <a:spcPts val="600"/>
              </a:spcBef>
              <a:defRPr sz="2400">
                <a:latin typeface="Arial" panose="020B0604020202020204" pitchFamily="34" charset="0"/>
                <a:cs typeface="Arial" panose="020B0604020202020204" pitchFamily="34" charset="0"/>
              </a:defRPr>
            </a:lvl1pPr>
            <a:lvl2pPr indent="-342000">
              <a:defRPr sz="2400">
                <a:latin typeface="Arial" panose="020B0604020202020204" pitchFamily="34" charset="0"/>
                <a:cs typeface="Arial" panose="020B0604020202020204" pitchFamily="34" charset="0"/>
              </a:defRPr>
            </a:lvl2pPr>
            <a:lvl3pPr indent="-342000">
              <a:defRPr sz="2400">
                <a:latin typeface="Arial" panose="020B0604020202020204" pitchFamily="34" charset="0"/>
                <a:cs typeface="Arial" panose="020B0604020202020204" pitchFamily="34" charset="0"/>
              </a:defRPr>
            </a:lvl3pPr>
            <a:lvl4pPr indent="-342000">
              <a:defRPr sz="2400">
                <a:latin typeface="Arial" panose="020B0604020202020204" pitchFamily="34" charset="0"/>
                <a:cs typeface="Arial" panose="020B0604020202020204" pitchFamily="34" charset="0"/>
              </a:defRPr>
            </a:lvl4pPr>
            <a:lvl5pPr indent="-230400">
              <a:defRPr sz="2400">
                <a:latin typeface="+mn-lt"/>
              </a:defRPr>
            </a:lvl5pPr>
          </a:lstStyle>
          <a:p>
            <a:pPr lvl="0"/>
            <a:r>
              <a:rPr lang="en-US" dirty="0"/>
              <a:t>Click to add text</a:t>
            </a:r>
          </a:p>
          <a:p>
            <a:pPr lvl="1"/>
            <a:r>
              <a:rPr lang="en-US" dirty="0"/>
              <a:t> </a:t>
            </a:r>
          </a:p>
          <a:p>
            <a:pPr lvl="2"/>
            <a:r>
              <a:rPr lang="en-US" dirty="0"/>
              <a:t> </a:t>
            </a:r>
          </a:p>
          <a:p>
            <a:pPr lvl="3"/>
            <a:r>
              <a:rPr lang="en-US" dirty="0"/>
              <a:t> </a:t>
            </a:r>
          </a:p>
          <a:p>
            <a:pPr lvl="3"/>
            <a:endParaRPr lang="en-US" dirty="0"/>
          </a:p>
          <a:p>
            <a:pPr lvl="4"/>
            <a:endParaRPr lang="en-US" dirty="0"/>
          </a:p>
        </p:txBody>
      </p:sp>
      <p:sp>
        <p:nvSpPr>
          <p:cNvPr id="9" name="Content Placeholder 7">
            <a:extLst>
              <a:ext uri="{FF2B5EF4-FFF2-40B4-BE49-F238E27FC236}">
                <a16:creationId xmlns:a16="http://schemas.microsoft.com/office/drawing/2014/main" xmlns="" id="{7CE55BDE-9A81-4660-9297-756D0474184B}"/>
              </a:ext>
            </a:extLst>
          </p:cNvPr>
          <p:cNvSpPr>
            <a:spLocks noGrp="1"/>
          </p:cNvSpPr>
          <p:nvPr>
            <p:ph sz="quarter" idx="21" hasCustomPrompt="1"/>
          </p:nvPr>
        </p:nvSpPr>
        <p:spPr>
          <a:xfrm>
            <a:off x="1812758" y="6447237"/>
            <a:ext cx="6890084" cy="221018"/>
          </a:xfrm>
        </p:spPr>
        <p:txBody>
          <a:bodyPr wrap="square" lIns="0" tIns="18000" rIns="0" bIns="18000" anchor="ctr" anchorCtr="0">
            <a:spAutoFit/>
          </a:bodyPr>
          <a:lstStyle>
            <a:lvl1pPr>
              <a:defRPr/>
            </a:lvl1pPr>
          </a:lstStyle>
          <a:p>
            <a:pPr marL="0" indent="0" algn="r">
              <a:buNone/>
            </a:pPr>
            <a:r>
              <a:rPr lang="en-US" altLang="en-US" sz="1200" dirty="0" err="1">
                <a:solidFill>
                  <a:schemeClr val="tx1"/>
                </a:solidFill>
                <a:latin typeface="Verdana"/>
                <a:ea typeface="Verdana" panose="020B0604030504040204" pitchFamily="34" charset="0"/>
                <a:cs typeface="Verdana" panose="020B0604030504040204" pitchFamily="34" charset="0"/>
              </a:rPr>
              <a:t>edddw</a:t>
            </a:r>
            <a:endParaRPr lang="en-US" altLang="en-US" sz="1200" dirty="0">
              <a:solidFill>
                <a:schemeClr val="tx1"/>
              </a:solidFill>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71473159"/>
      </p:ext>
    </p:extLst>
  </p:cSld>
  <p:clrMapOvr>
    <a:masterClrMapping/>
  </p:clrMapOvr>
  <p:extLst>
    <p:ext uri="{DCECCB84-F9BA-43D5-87BE-67443E8EF086}">
      <p15:sldGuideLst xmlns:p15="http://schemas.microsoft.com/office/powerpoint/2012/main" xmlns=""/>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3_Chapter Opener">
    <p:spTree>
      <p:nvGrpSpPr>
        <p:cNvPr id="1" name=""/>
        <p:cNvGrpSpPr/>
        <p:nvPr/>
      </p:nvGrpSpPr>
      <p:grpSpPr>
        <a:xfrm>
          <a:off x="0" y="0"/>
          <a:ext cx="0" cy="0"/>
          <a:chOff x="0" y="0"/>
          <a:chExt cx="0" cy="0"/>
        </a:xfrm>
      </p:grpSpPr>
      <p:sp>
        <p:nvSpPr>
          <p:cNvPr id="4" name="Date Placeholder 3"/>
          <p:cNvSpPr>
            <a:spLocks noGrp="1"/>
          </p:cNvSpPr>
          <p:nvPr>
            <p:ph type="dt" sz="half" idx="11"/>
          </p:nvPr>
        </p:nvSpPr>
        <p:spPr/>
        <p:txBody>
          <a:bodyPr/>
          <a:lstStyle/>
          <a:p>
            <a:fld id="{A9DF6EFB-3F44-496C-A842-1E0B3D3B975A}" type="datetimeFigureOut">
              <a:rPr lang="en-US" smtClean="0"/>
              <a:pPr/>
              <a:t>4/23/23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4" name="Title Placeholder">
            <a:extLst>
              <a:ext uri="{FF2B5EF4-FFF2-40B4-BE49-F238E27FC236}">
                <a16:creationId xmlns:a16="http://schemas.microsoft.com/office/drawing/2014/main" xmlns="" id="{ADDB680E-30A6-4CD4-97E3-003925CCC58A}"/>
              </a:ext>
            </a:extLst>
          </p:cNvP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7" name="Content Placeholder 5">
            <a:extLst>
              <a:ext uri="{FF2B5EF4-FFF2-40B4-BE49-F238E27FC236}">
                <a16:creationId xmlns:a16="http://schemas.microsoft.com/office/drawing/2014/main" xmlns="" id="{E46E832A-AFB7-4A18-8105-BED424076B99}"/>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18" name="Content Placeholder 7">
            <a:extLst>
              <a:ext uri="{FF2B5EF4-FFF2-40B4-BE49-F238E27FC236}">
                <a16:creationId xmlns:a16="http://schemas.microsoft.com/office/drawing/2014/main" xmlns="" id="{AA9F4D4F-DF48-40B4-8BD4-FD2706CB534A}"/>
              </a:ext>
            </a:extLst>
          </p:cNvPr>
          <p:cNvSpPr>
            <a:spLocks noGrp="1"/>
          </p:cNvSpPr>
          <p:nvPr>
            <p:ph sz="quarter" idx="15" hasCustomPrompt="1"/>
          </p:nvPr>
        </p:nvSpPr>
        <p:spPr>
          <a:xfrm>
            <a:off x="5029200" y="3252788"/>
            <a:ext cx="3657600" cy="893761"/>
          </a:xfrm>
        </p:spPr>
        <p:txBody>
          <a:bodyPr/>
          <a:lstStyle>
            <a:lvl1pPr marL="101600" indent="0">
              <a:buNone/>
              <a:defRPr sz="2200"/>
            </a:lvl1pPr>
          </a:lstStyle>
          <a:p>
            <a:pPr lvl="0"/>
            <a:r>
              <a:rPr lang="en-US" dirty="0"/>
              <a:t>Chapter name</a:t>
            </a:r>
          </a:p>
        </p:txBody>
      </p:sp>
      <p:sp>
        <p:nvSpPr>
          <p:cNvPr id="21" name="Picture Placeholder 2">
            <a:extLst>
              <a:ext uri="{FF2B5EF4-FFF2-40B4-BE49-F238E27FC236}">
                <a16:creationId xmlns:a16="http://schemas.microsoft.com/office/drawing/2014/main" xmlns="" id="{3775DEB9-371F-4F7C-9E72-5881E622C6B2}"/>
              </a:ext>
            </a:extLst>
          </p:cNvPr>
          <p:cNvSpPr>
            <a:spLocks noGrp="1"/>
          </p:cNvSpPr>
          <p:nvPr>
            <p:ph type="pic" sz="quarter" idx="18"/>
          </p:nvPr>
        </p:nvSpPr>
        <p:spPr>
          <a:xfrm>
            <a:off x="457200" y="1517650"/>
            <a:ext cx="4178300" cy="4608513"/>
          </a:xfrm>
        </p:spPr>
        <p:txBody>
          <a:bodyPr/>
          <a:lstStyle/>
          <a:p>
            <a:endParaRPr lang="en-IN"/>
          </a:p>
        </p:txBody>
      </p:sp>
      <p:sp>
        <p:nvSpPr>
          <p:cNvPr id="22" name="Picture Placeholder 3">
            <a:extLst>
              <a:ext uri="{FF2B5EF4-FFF2-40B4-BE49-F238E27FC236}">
                <a16:creationId xmlns:a16="http://schemas.microsoft.com/office/drawing/2014/main" xmlns="" id="{0719BB34-6C8A-431F-A718-92C95487F7B6}"/>
              </a:ext>
            </a:extLst>
          </p:cNvPr>
          <p:cNvSpPr>
            <a:spLocks noGrp="1"/>
          </p:cNvSpPr>
          <p:nvPr>
            <p:ph type="pic" sz="quarter" idx="19"/>
          </p:nvPr>
        </p:nvSpPr>
        <p:spPr>
          <a:xfrm>
            <a:off x="457200" y="6291263"/>
            <a:ext cx="1262063" cy="566737"/>
          </a:xfrm>
        </p:spPr>
        <p:txBody>
          <a:bodyPr/>
          <a:lstStyle/>
          <a:p>
            <a:endParaRPr lang="en-IN" dirty="0"/>
          </a:p>
        </p:txBody>
      </p:sp>
      <p:sp>
        <p:nvSpPr>
          <p:cNvPr id="23" name="Content Placeholder 7">
            <a:extLst>
              <a:ext uri="{FF2B5EF4-FFF2-40B4-BE49-F238E27FC236}">
                <a16:creationId xmlns:a16="http://schemas.microsoft.com/office/drawing/2014/main" xmlns="" id="{F1702C9D-6322-4EB6-8C1C-0A4114EB9DC8}"/>
              </a:ext>
            </a:extLst>
          </p:cNvPr>
          <p:cNvSpPr>
            <a:spLocks noGrp="1"/>
          </p:cNvSpPr>
          <p:nvPr>
            <p:ph sz="quarter" idx="20" hasCustomPrompt="1"/>
          </p:nvPr>
        </p:nvSpPr>
        <p:spPr>
          <a:xfrm>
            <a:off x="5029200" y="4379844"/>
            <a:ext cx="3657600" cy="893761"/>
          </a:xfrm>
        </p:spPr>
        <p:txBody>
          <a:bodyPr/>
          <a:lstStyle>
            <a:lvl1pPr marL="101600" indent="0">
              <a:buNone/>
              <a:defRPr sz="2200"/>
            </a:lvl1pPr>
          </a:lstStyle>
          <a:p>
            <a:pPr lvl="0"/>
            <a:r>
              <a:rPr lang="en-US" dirty="0"/>
              <a:t>Chapter name</a:t>
            </a:r>
          </a:p>
        </p:txBody>
      </p:sp>
      <p:sp>
        <p:nvSpPr>
          <p:cNvPr id="3" name="Content Placeholder 2">
            <a:extLst>
              <a:ext uri="{FF2B5EF4-FFF2-40B4-BE49-F238E27FC236}">
                <a16:creationId xmlns:a16="http://schemas.microsoft.com/office/drawing/2014/main" xmlns="" id="{8A026303-4976-4CB5-AE31-5123D7A3865C}"/>
              </a:ext>
            </a:extLst>
          </p:cNvPr>
          <p:cNvSpPr>
            <a:spLocks noGrp="1"/>
          </p:cNvSpPr>
          <p:nvPr>
            <p:ph sz="quarter" idx="21"/>
          </p:nvPr>
        </p:nvSpPr>
        <p:spPr>
          <a:xfrm>
            <a:off x="457200" y="990600"/>
            <a:ext cx="8229600" cy="3762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a:extLst>
              <a:ext uri="{FF2B5EF4-FFF2-40B4-BE49-F238E27FC236}">
                <a16:creationId xmlns:a16="http://schemas.microsoft.com/office/drawing/2014/main" xmlns="" id="{66C8179C-6F86-4206-8BEB-B985D1E75B5E}"/>
              </a:ext>
            </a:extLst>
          </p:cNvPr>
          <p:cNvSpPr>
            <a:spLocks noGrp="1"/>
          </p:cNvSpPr>
          <p:nvPr>
            <p:ph sz="quarter" idx="22"/>
          </p:nvPr>
        </p:nvSpPr>
        <p:spPr>
          <a:xfrm>
            <a:off x="2895600" y="6477000"/>
            <a:ext cx="5791200" cy="268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83036115"/>
      </p:ext>
    </p:extLst>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jp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Picture Placeholder 6" descr="Pearson Logo">
            <a:extLst>
              <a:ext uri="{FF2B5EF4-FFF2-40B4-BE49-F238E27FC236}">
                <a16:creationId xmlns:a16="http://schemas.microsoft.com/office/drawing/2014/main" xmlns="" id="{3CCEB9DD-6499-293A-630E-555AD47DF3A1}"/>
              </a:ext>
            </a:extLst>
          </p:cNvPr>
          <p:cNvPicPr>
            <a:picLocks noChangeAspect="1"/>
          </p:cNvPicPr>
          <p:nvPr userDrawn="1"/>
        </p:nvPicPr>
        <p:blipFill>
          <a:blip r:embed="rId22"/>
          <a:stretch>
            <a:fillRect/>
          </a:stretch>
        </p:blipFill>
        <p:spPr>
          <a:xfrm>
            <a:off x="437875" y="6473055"/>
            <a:ext cx="921600" cy="290397"/>
          </a:xfrm>
          <a:prstGeom prst="rect">
            <a:avLst/>
          </a:prstGeom>
        </p:spPr>
      </p:pic>
      <p:sp>
        <p:nvSpPr>
          <p:cNvPr id="8" name="Content Placeholder 7">
            <a:extLst>
              <a:ext uri="{FF2B5EF4-FFF2-40B4-BE49-F238E27FC236}">
                <a16:creationId xmlns:a16="http://schemas.microsoft.com/office/drawing/2014/main" xmlns="" id="{0A14ACAF-B8D2-4C8E-2725-38B954CB024B}"/>
              </a:ext>
            </a:extLst>
          </p:cNvPr>
          <p:cNvSpPr txBox="1">
            <a:spLocks/>
          </p:cNvSpPr>
          <p:nvPr userDrawn="1"/>
        </p:nvSpPr>
        <p:spPr>
          <a:xfrm>
            <a:off x="3838222" y="6513336"/>
            <a:ext cx="4893732"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indent="0" algn="r"/>
            <a:r>
              <a:rPr lang="en-US" altLang="en-US" sz="1200">
                <a:solidFill>
                  <a:schemeClr val="tx1"/>
                </a:solidFill>
                <a:latin typeface="Verdana" panose="020B0604030504040204" pitchFamily="34" charset="0"/>
                <a:ea typeface="Verdana" panose="020B0604030504040204" pitchFamily="34" charset="0"/>
                <a:cs typeface="Verdana" panose="020B0604030504040204" pitchFamily="34" charset="0"/>
              </a:rPr>
              <a:t>Copyright © 2013 Pearson Education, Inc. All Rights Reserved</a:t>
            </a:r>
            <a:endParaRPr lang="en-US" alt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73" r:id="rId1"/>
    <p:sldLayoutId id="2147483695" r:id="rId2"/>
    <p:sldLayoutId id="2147483703" r:id="rId3"/>
    <p:sldLayoutId id="2147483696" r:id="rId4"/>
    <p:sldLayoutId id="2147483707" r:id="rId5"/>
    <p:sldLayoutId id="2147483697" r:id="rId6"/>
    <p:sldLayoutId id="2147483706" r:id="rId7"/>
    <p:sldLayoutId id="2147483722" r:id="rId8"/>
    <p:sldLayoutId id="2147483698" r:id="rId9"/>
    <p:sldLayoutId id="2147483699" r:id="rId10"/>
    <p:sldLayoutId id="2147483700" r:id="rId11"/>
    <p:sldLayoutId id="2147483701" r:id="rId12"/>
    <p:sldLayoutId id="2147483666" r:id="rId13"/>
    <p:sldLayoutId id="2147483665" r:id="rId14"/>
    <p:sldLayoutId id="2147483651" r:id="rId15"/>
    <p:sldLayoutId id="2147483654" r:id="rId16"/>
    <p:sldLayoutId id="2147483655" r:id="rId17"/>
    <p:sldLayoutId id="2147483656" r:id="rId18"/>
    <p:sldLayoutId id="2147483705" r:id="rId19"/>
    <p:sldLayoutId id="214748372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72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4" Type="http://schemas.openxmlformats.org/officeDocument/2006/relationships/image" Target="../media/image1.jpg"/><Relationship Id="rId1" Type="http://schemas.openxmlformats.org/officeDocument/2006/relationships/slideLayout" Target="../slideLayouts/slideLayout2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150141"/>
            <a:ext cx="8267234" cy="1144347"/>
          </a:xfrm>
        </p:spPr>
        <p:txBody>
          <a:bodyPr wrap="square" lIns="0" tIns="18000" rIns="0" bIns="18000" anchor="ctr">
            <a:spAutoFit/>
          </a:bodyPr>
          <a:lstStyle/>
          <a:p>
            <a:r>
              <a:rPr lang="en-US" dirty="0">
                <a:ea typeface="Calibri" panose="020F0502020204030204" pitchFamily="34" charset="0"/>
              </a:rPr>
              <a:t>Cyberlaw: The Law of the Internet and Information Technology</a:t>
            </a:r>
            <a:endParaRPr lang="en-US" dirty="0">
              <a:effectLst/>
              <a:ea typeface="Calibri" panose="020F0502020204030204" pitchFamily="34" charset="0"/>
            </a:endParaRPr>
          </a:p>
        </p:txBody>
      </p:sp>
      <p:sp>
        <p:nvSpPr>
          <p:cNvPr id="17" name="Content Placeholder 16">
            <a:extLst>
              <a:ext uri="{FF2B5EF4-FFF2-40B4-BE49-F238E27FC236}">
                <a16:creationId xmlns:a16="http://schemas.microsoft.com/office/drawing/2014/main" xmlns="" id="{3B793719-A7EE-4540-A8F4-A2D00610EDA6}"/>
              </a:ext>
            </a:extLst>
          </p:cNvPr>
          <p:cNvSpPr>
            <a:spLocks noGrp="1"/>
          </p:cNvSpPr>
          <p:nvPr>
            <p:ph sz="quarter" idx="14"/>
          </p:nvPr>
        </p:nvSpPr>
        <p:spPr>
          <a:xfrm>
            <a:off x="456746" y="1443728"/>
            <a:ext cx="8275208" cy="344128"/>
          </a:xfrm>
        </p:spPr>
        <p:txBody>
          <a:bodyPr wrap="square" lIns="0" tIns="18000" rIns="0" bIns="18000" anchor="ctr">
            <a:spAutoFit/>
          </a:bodyPr>
          <a:lstStyle/>
          <a:p>
            <a:pPr marL="0">
              <a:spcBef>
                <a:spcPct val="0"/>
              </a:spcBef>
            </a:pPr>
            <a:r>
              <a:rPr lang="en-US" sz="2000" dirty="0">
                <a:solidFill>
                  <a:srgbClr val="007FA3"/>
                </a:solidFill>
                <a:latin typeface="Arial" panose="020B0604020202020204" pitchFamily="34" charset="0"/>
                <a:cs typeface="Arial" panose="020B0604020202020204" pitchFamily="34" charset="0"/>
              </a:rPr>
              <a:t>First Edition </a:t>
            </a:r>
          </a:p>
        </p:txBody>
      </p:sp>
      <p:pic>
        <p:nvPicPr>
          <p:cNvPr id="6" name="Picture Placeholder 5" descr="Front Cover: Cyberlaw: The Law of the Internet and Information Technology First Edition by Craig.">
            <a:extLst>
              <a:ext uri="{FF2B5EF4-FFF2-40B4-BE49-F238E27FC236}">
                <a16:creationId xmlns:a16="http://schemas.microsoft.com/office/drawing/2014/main" xmlns="" id="{4D06FC4D-F4C2-930C-AD66-58F8309CD667}"/>
              </a:ext>
            </a:extLst>
          </p:cNvPr>
          <p:cNvPicPr>
            <a:picLocks noGrp="1" noChangeAspect="1"/>
          </p:cNvPicPr>
          <p:nvPr>
            <p:ph type="pic" sz="quarter" idx="18"/>
          </p:nvPr>
        </p:nvPicPr>
        <p:blipFill>
          <a:blip r:embed="rId3"/>
          <a:srcRect t="5922" b="5922"/>
          <a:stretch>
            <a:fillRect/>
          </a:stretch>
        </p:blipFill>
        <p:spPr>
          <a:xfrm>
            <a:off x="475199" y="2009603"/>
            <a:ext cx="3555625" cy="4181143"/>
          </a:xfrm>
        </p:spPr>
      </p:pic>
      <p:sp>
        <p:nvSpPr>
          <p:cNvPr id="15" name="Content Placeholder 14">
            <a:extLst>
              <a:ext uri="{FF2B5EF4-FFF2-40B4-BE49-F238E27FC236}">
                <a16:creationId xmlns:a16="http://schemas.microsoft.com/office/drawing/2014/main" xmlns="" id="{E43C93AB-C2B8-4D4F-ACB4-6567A17197A0}"/>
              </a:ext>
            </a:extLst>
          </p:cNvPr>
          <p:cNvSpPr>
            <a:spLocks noGrp="1"/>
          </p:cNvSpPr>
          <p:nvPr>
            <p:ph sz="quarter" idx="15"/>
          </p:nvPr>
        </p:nvSpPr>
        <p:spPr>
          <a:xfrm>
            <a:off x="4580626" y="3047221"/>
            <a:ext cx="1726868" cy="498016"/>
          </a:xfrm>
        </p:spPr>
        <p:txBody>
          <a:bodyPr wrap="square" lIns="0" tIns="18000" rIns="0" bIns="18000" anchor="ctr">
            <a:spAutoFit/>
          </a:bodyPr>
          <a:lstStyle/>
          <a:p>
            <a:pPr marL="0"/>
            <a:r>
              <a:rPr lang="en-US" sz="3000" dirty="0">
                <a:latin typeface="Arial" panose="020B0604020202020204" pitchFamily="34" charset="0"/>
                <a:cs typeface="Arial" panose="020B0604020202020204" pitchFamily="34" charset="0"/>
              </a:rPr>
              <a:t>Chapter 2</a:t>
            </a:r>
          </a:p>
        </p:txBody>
      </p:sp>
      <p:sp>
        <p:nvSpPr>
          <p:cNvPr id="10" name="Content Placeholder 9">
            <a:extLst>
              <a:ext uri="{FF2B5EF4-FFF2-40B4-BE49-F238E27FC236}">
                <a16:creationId xmlns:a16="http://schemas.microsoft.com/office/drawing/2014/main" xmlns="" id="{35A873D2-A2ED-4ED8-8D16-043637C931D8}"/>
              </a:ext>
            </a:extLst>
          </p:cNvPr>
          <p:cNvSpPr>
            <a:spLocks noGrp="1"/>
          </p:cNvSpPr>
          <p:nvPr>
            <p:ph sz="quarter" idx="20"/>
          </p:nvPr>
        </p:nvSpPr>
        <p:spPr>
          <a:xfrm>
            <a:off x="4599464" y="3782843"/>
            <a:ext cx="4072230" cy="374906"/>
          </a:xfrm>
        </p:spPr>
        <p:txBody>
          <a:bodyPr wrap="square" lIns="0" tIns="18000" rIns="0" bIns="18000" anchor="ctr">
            <a:spAutoFit/>
          </a:bodyPr>
          <a:lstStyle/>
          <a:p>
            <a:pPr marL="0"/>
            <a:r>
              <a:rPr lang="en-US" altLang="en-US" dirty="0">
                <a:latin typeface="Arial" panose="020B0604020202020204" pitchFamily="34" charset="0"/>
                <a:cs typeface="Arial" panose="020B0604020202020204" pitchFamily="34" charset="0"/>
              </a:rPr>
              <a:t>Copyright Law in the Digital Age</a:t>
            </a:r>
          </a:p>
        </p:txBody>
      </p:sp>
      <p:pic>
        <p:nvPicPr>
          <p:cNvPr id="7" name="Picture Placeholder 6" descr="Pearson Logo">
            <a:extLst>
              <a:ext uri="{FF2B5EF4-FFF2-40B4-BE49-F238E27FC236}">
                <a16:creationId xmlns:a16="http://schemas.microsoft.com/office/drawing/2014/main" xmlns="" id="{A7DC35F9-2103-49E0-B092-A5584228713A}"/>
              </a:ext>
            </a:extLst>
          </p:cNvPr>
          <p:cNvPicPr>
            <a:picLocks noGrp="1" noChangeAspect="1"/>
          </p:cNvPicPr>
          <p:nvPr>
            <p:ph type="pic" sz="quarter" idx="19"/>
          </p:nvPr>
        </p:nvPicPr>
        <p:blipFill>
          <a:blip r:embed="rId4"/>
          <a:stretch>
            <a:fillRect/>
          </a:stretch>
        </p:blipFill>
        <p:spPr>
          <a:xfrm>
            <a:off x="437875" y="6473055"/>
            <a:ext cx="921600" cy="290397"/>
          </a:xfrm>
          <a:prstGeom prst="rect">
            <a:avLst/>
          </a:prstGeom>
        </p:spPr>
      </p:pic>
      <p:sp>
        <p:nvSpPr>
          <p:cNvPr id="9" name="Content Placeholder 7">
            <a:extLst>
              <a:ext uri="{FF2B5EF4-FFF2-40B4-BE49-F238E27FC236}">
                <a16:creationId xmlns:a16="http://schemas.microsoft.com/office/drawing/2014/main" xmlns="" id="{78E2E4B4-E119-8EB3-E3F1-E1100C5DBE1B}"/>
              </a:ext>
            </a:extLst>
          </p:cNvPr>
          <p:cNvSpPr>
            <a:spLocks noGrp="1"/>
          </p:cNvSpPr>
          <p:nvPr>
            <p:ph sz="quarter" idx="21"/>
          </p:nvPr>
        </p:nvSpPr>
        <p:spPr>
          <a:xfrm>
            <a:off x="3838222" y="6513336"/>
            <a:ext cx="4893732" cy="221018"/>
          </a:xfrm>
        </p:spPr>
        <p:txBody>
          <a:bodyPr wrap="square" lIns="0" tIns="18000" rIns="0" bIns="18000" anchor="ctr">
            <a:spAutoFit/>
          </a:bodyPr>
          <a:lstStyle/>
          <a:p>
            <a:pPr marL="0" indent="0" algn="r">
              <a:buNone/>
            </a:pPr>
            <a:r>
              <a:rPr lang="en-US" alt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2013 Pearson Education, Inc. All Rights Reserved</a:t>
            </a:r>
          </a:p>
        </p:txBody>
      </p:sp>
    </p:spTree>
    <p:extLst>
      <p:ext uri="{BB962C8B-B14F-4D97-AF65-F5344CB8AC3E}">
        <p14:creationId xmlns:p14="http://schemas.microsoft.com/office/powerpoint/2010/main" val="1491036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sz="3600" dirty="0"/>
              <a:t>Learning Objectives </a:t>
            </a:r>
            <a:r>
              <a:rPr lang="en-US" sz="2800" dirty="0"/>
              <a:t>(1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33335"/>
            <a:ext cx="8229600" cy="405683"/>
          </a:xfrm>
        </p:spPr>
        <p:txBody>
          <a:bodyPr tIns="18000" bIns="18000" anchor="ctr" anchorCtr="0">
            <a:spAutoFit/>
          </a:bodyPr>
          <a:lstStyle/>
          <a:p>
            <a:pPr marL="0" indent="0">
              <a:spcBef>
                <a:spcPts val="600"/>
              </a:spcBef>
              <a:buNone/>
            </a:pPr>
            <a:r>
              <a:rPr lang="en-US" i="1" dirty="0">
                <a:latin typeface="Arial" panose="020B0604020202020204" pitchFamily="34" charset="0"/>
                <a:cs typeface="Arial" panose="020B0604020202020204" pitchFamily="34" charset="0"/>
              </a:rPr>
              <a:t>After this lecture, you should:</a:t>
            </a:r>
          </a:p>
        </p:txBody>
      </p:sp>
      <p:sp>
        <p:nvSpPr>
          <p:cNvPr id="4" name="Content Placeholder 3">
            <a:extLst>
              <a:ext uri="{FF2B5EF4-FFF2-40B4-BE49-F238E27FC236}">
                <a16:creationId xmlns:a16="http://schemas.microsoft.com/office/drawing/2014/main" xmlns="" id="{B6AC5C9C-6BEA-63C0-1EAA-DB60BE5A3B6C}"/>
              </a:ext>
            </a:extLst>
          </p:cNvPr>
          <p:cNvSpPr>
            <a:spLocks noGrp="1"/>
          </p:cNvSpPr>
          <p:nvPr>
            <p:ph sz="quarter" idx="14"/>
          </p:nvPr>
        </p:nvSpPr>
        <p:spPr>
          <a:xfrm>
            <a:off x="457200" y="1661735"/>
            <a:ext cx="8229600" cy="2637064"/>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2.1	</a:t>
            </a:r>
            <a:r>
              <a:rPr lang="en-US" altLang="en-US" dirty="0">
                <a:latin typeface="Arial" panose="020B0604020202020204" pitchFamily="34" charset="0"/>
                <a:cs typeface="Arial" panose="020B0604020202020204" pitchFamily="34" charset="0"/>
              </a:rPr>
              <a:t>Compare and contrast copyright law with other areas of intellectual property law.</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2.2	</a:t>
            </a:r>
            <a:r>
              <a:rPr lang="en-US" altLang="en-US" dirty="0">
                <a:latin typeface="Arial" panose="020B0604020202020204" pitchFamily="34" charset="0"/>
                <a:cs typeface="Arial" panose="020B0604020202020204" pitchFamily="34" charset="0"/>
              </a:rPr>
              <a:t>Explain the scope of copyright protection for websites and software</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2.3	</a:t>
            </a:r>
            <a:r>
              <a:rPr lang="en-US" altLang="en-US" dirty="0">
                <a:latin typeface="Arial" panose="020B0604020202020204" pitchFamily="34" charset="0"/>
                <a:cs typeface="Arial" panose="020B0604020202020204" pitchFamily="34" charset="0"/>
              </a:rPr>
              <a:t>Describe the benefits of copyright notice and copyright registration</a:t>
            </a:r>
          </a:p>
        </p:txBody>
      </p:sp>
    </p:spTree>
    <p:extLst>
      <p:ext uri="{BB962C8B-B14F-4D97-AF65-F5344CB8AC3E}">
        <p14:creationId xmlns:p14="http://schemas.microsoft.com/office/powerpoint/2010/main" val="1023625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sz="3600" dirty="0"/>
              <a:t>Learning Objectives </a:t>
            </a:r>
            <a:r>
              <a:rPr lang="en-US" sz="2800" dirty="0"/>
              <a:t>(2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36291"/>
            <a:ext cx="8229600" cy="1706039"/>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2.4	</a:t>
            </a:r>
            <a:r>
              <a:rPr lang="en-US" altLang="en-US" dirty="0">
                <a:latin typeface="Arial" panose="020B0604020202020204" pitchFamily="34" charset="0"/>
                <a:cs typeface="Arial" panose="020B0604020202020204" pitchFamily="34" charset="0"/>
              </a:rPr>
              <a:t>Discuss the four fair use defense factors and how courts apply these factors in a copyright infringement action..</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2.5	</a:t>
            </a:r>
            <a:r>
              <a:rPr lang="en-US" altLang="en-US" dirty="0">
                <a:latin typeface="Arial" panose="020B0604020202020204" pitchFamily="34" charset="0"/>
                <a:cs typeface="Arial" panose="020B0604020202020204" pitchFamily="34" charset="0"/>
              </a:rPr>
              <a:t>Explain the major provisions of the Digital Millennium Copyright Act (</a:t>
            </a:r>
            <a:r>
              <a:rPr lang="en-US" altLang="en-US" spc="-300" dirty="0">
                <a:latin typeface="Arial" panose="020B0604020202020204" pitchFamily="34" charset="0"/>
                <a:cs typeface="Arial" panose="020B0604020202020204" pitchFamily="34" charset="0"/>
              </a:rPr>
              <a:t>D M C </a:t>
            </a:r>
            <a:r>
              <a:rPr lang="en-US" altLang="en-US"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1896970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2.1 Intellectual Property</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1678"/>
            <a:ext cx="8267356" cy="4406779"/>
          </a:xfrm>
        </p:spPr>
        <p:txBody>
          <a:bodyPr wrap="square" tIns="18000" bIns="18000" anchor="ctr" anchorCtr="0">
            <a:spAutoFit/>
          </a:bodyPr>
          <a:lstStyle/>
          <a:p>
            <a:pPr marL="342900" indent="-342900">
              <a:spcBef>
                <a:spcPts val="600"/>
              </a:spcBef>
            </a:pPr>
            <a:r>
              <a:rPr lang="en-US" altLang="en-US" sz="2200" b="1" dirty="0">
                <a:latin typeface="Arial" panose="020B0604020202020204" pitchFamily="34" charset="0"/>
                <a:cs typeface="Arial" panose="020B0604020202020204" pitchFamily="34" charset="0"/>
              </a:rPr>
              <a:t>Intellectual Property:</a:t>
            </a:r>
            <a:r>
              <a:rPr lang="en-US" altLang="en-US" sz="2200" dirty="0">
                <a:latin typeface="Arial" panose="020B0604020202020204" pitchFamily="34" charset="0"/>
                <a:cs typeface="Arial" panose="020B0604020202020204" pitchFamily="34" charset="0"/>
              </a:rPr>
              <a:t> </a:t>
            </a:r>
            <a:r>
              <a:rPr lang="en-US" altLang="en-US" sz="2200" b="0" dirty="0">
                <a:latin typeface="Arial" panose="020B0604020202020204" pitchFamily="34" charset="0"/>
                <a:cs typeface="Arial" panose="020B0604020202020204" pitchFamily="34" charset="0"/>
              </a:rPr>
              <a:t>A category of intangible rights protecting commercially valuable products of the human intellect that comprises primarily copyright, trademark, patent, and trade secret rights</a:t>
            </a:r>
            <a:r>
              <a:rPr lang="en-US" altLang="en-US" sz="2200" dirty="0">
                <a:latin typeface="Arial" panose="020B0604020202020204" pitchFamily="34" charset="0"/>
                <a:cs typeface="Arial" panose="020B0604020202020204" pitchFamily="34" charset="0"/>
              </a:rPr>
              <a:t>. </a:t>
            </a:r>
          </a:p>
          <a:p>
            <a:pPr marL="342900" indent="-342900">
              <a:spcBef>
                <a:spcPts val="600"/>
              </a:spcBef>
            </a:pPr>
            <a:r>
              <a:rPr lang="en-US" altLang="en-US" sz="2200" b="1" dirty="0">
                <a:latin typeface="Arial" panose="020B0604020202020204" pitchFamily="34" charset="0"/>
                <a:cs typeface="Arial" panose="020B0604020202020204" pitchFamily="34" charset="0"/>
              </a:rPr>
              <a:t>Copyright:</a:t>
            </a:r>
            <a:r>
              <a:rPr lang="en-US" altLang="en-US" sz="2200" b="0" dirty="0">
                <a:latin typeface="Arial" panose="020B0604020202020204" pitchFamily="34" charset="0"/>
                <a:cs typeface="Arial" panose="020B0604020202020204" pitchFamily="34" charset="0"/>
              </a:rPr>
              <a:t> Protection granted to authors of original works of authorship, fixed in a tangible form.</a:t>
            </a:r>
          </a:p>
          <a:p>
            <a:pPr marL="342900" indent="-342900">
              <a:spcBef>
                <a:spcPts val="600"/>
              </a:spcBef>
            </a:pPr>
            <a:r>
              <a:rPr lang="en-US" altLang="en-US" sz="2200" b="1" dirty="0">
                <a:latin typeface="Arial" panose="020B0604020202020204" pitchFamily="34" charset="0"/>
                <a:cs typeface="Arial" panose="020B0604020202020204" pitchFamily="34" charset="0"/>
              </a:rPr>
              <a:t>Trademark:</a:t>
            </a:r>
            <a:r>
              <a:rPr lang="en-US" altLang="en-US" sz="2200" b="0" dirty="0">
                <a:latin typeface="Arial" panose="020B0604020202020204" pitchFamily="34" charset="0"/>
                <a:cs typeface="Arial" panose="020B0604020202020204" pitchFamily="34" charset="0"/>
              </a:rPr>
              <a:t> A word, name, symbol or devise used to indicate origin, quality, and ownership of a product or service. </a:t>
            </a:r>
          </a:p>
          <a:p>
            <a:pPr marL="342900" indent="-342900">
              <a:spcBef>
                <a:spcPts val="600"/>
              </a:spcBef>
            </a:pPr>
            <a:r>
              <a:rPr lang="en-US" altLang="en-US" sz="2200" b="1" dirty="0">
                <a:latin typeface="Arial" panose="020B0604020202020204" pitchFamily="34" charset="0"/>
                <a:cs typeface="Arial" panose="020B0604020202020204" pitchFamily="34" charset="0"/>
              </a:rPr>
              <a:t>Patents:</a:t>
            </a:r>
            <a:r>
              <a:rPr lang="en-US" altLang="en-US" sz="2200" b="0" dirty="0">
                <a:latin typeface="Arial" panose="020B0604020202020204" pitchFamily="34" charset="0"/>
                <a:cs typeface="Arial" panose="020B0604020202020204" pitchFamily="34" charset="0"/>
              </a:rPr>
              <a:t> Grant of right to exclude another from making, using, selling, or importing a patented invention or discovery</a:t>
            </a:r>
          </a:p>
          <a:p>
            <a:pPr marL="342900" indent="-342900">
              <a:spcBef>
                <a:spcPts val="600"/>
              </a:spcBef>
            </a:pPr>
            <a:r>
              <a:rPr lang="en-US" altLang="en-US" sz="2200" b="1" dirty="0">
                <a:latin typeface="Arial" panose="020B0604020202020204" pitchFamily="34" charset="0"/>
                <a:cs typeface="Arial" panose="020B0604020202020204" pitchFamily="34" charset="0"/>
              </a:rPr>
              <a:t>Trade Secrets:</a:t>
            </a:r>
            <a:r>
              <a:rPr lang="en-US" altLang="en-US" sz="2200" dirty="0">
                <a:latin typeface="Arial" panose="020B0604020202020204" pitchFamily="34" charset="0"/>
                <a:cs typeface="Arial" panose="020B0604020202020204" pitchFamily="34" charset="0"/>
              </a:rPr>
              <a:t> </a:t>
            </a:r>
            <a:r>
              <a:rPr lang="en-US" altLang="en-US" sz="2200" b="0" dirty="0">
                <a:latin typeface="Arial" panose="020B0604020202020204" pitchFamily="34" charset="0"/>
                <a:cs typeface="Arial" panose="020B0604020202020204" pitchFamily="34" charset="0"/>
              </a:rPr>
              <a:t>Any valuable business information that if known by a competitor would afford the competitor some advantage.</a:t>
            </a:r>
            <a:endParaRPr lang="en-US"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518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3732"/>
            <a:ext cx="8267357" cy="1144347"/>
          </a:xfrm>
        </p:spPr>
        <p:txBody>
          <a:bodyPr wrap="square" tIns="18000" bIns="18000" anchor="ctr" anchorCtr="0">
            <a:spAutoFit/>
          </a:bodyPr>
          <a:lstStyle/>
          <a:p>
            <a:pPr marL="0" indent="0" eaLnBrk="1" hangingPunct="1"/>
            <a:r>
              <a:rPr lang="en-US" altLang="en-US" dirty="0"/>
              <a:t>2.2 Copyrights for Websites and Software</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408937"/>
            <a:ext cx="8267356" cy="1667567"/>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Web design, text, images, photographs, midi files, clipart, and audio associated with websites:</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protected</a:t>
            </a:r>
          </a:p>
          <a:p>
            <a:pPr marL="342900" indent="-342900">
              <a:spcBef>
                <a:spcPts val="600"/>
              </a:spcBef>
            </a:pPr>
            <a:r>
              <a:rPr lang="en-US" altLang="en-US" b="1" dirty="0">
                <a:latin typeface="Arial" panose="020B0604020202020204" pitchFamily="34" charset="0"/>
                <a:cs typeface="Arial" panose="020B0604020202020204" pitchFamily="34" charset="0"/>
              </a:rPr>
              <a:t>Software:</a:t>
            </a:r>
            <a:r>
              <a:rPr lang="en-US" altLang="en-US" b="0" dirty="0">
                <a:latin typeface="Arial" panose="020B0604020202020204" pitchFamily="34" charset="0"/>
                <a:cs typeface="Arial" panose="020B0604020202020204" pitchFamily="34" charset="0"/>
              </a:rPr>
              <a:t> generally protected</a:t>
            </a:r>
          </a:p>
          <a:p>
            <a:pPr marL="342900" indent="-342900">
              <a:spcBef>
                <a:spcPts val="600"/>
              </a:spcBef>
            </a:pPr>
            <a:r>
              <a:rPr lang="en-US" altLang="en-US" b="1" dirty="0">
                <a:latin typeface="Arial" panose="020B0604020202020204" pitchFamily="34" charset="0"/>
                <a:cs typeface="Arial" panose="020B0604020202020204" pitchFamily="34" charset="0"/>
              </a:rPr>
              <a:t>Video games:</a:t>
            </a:r>
            <a:r>
              <a:rPr lang="en-US" altLang="en-US" b="0" dirty="0">
                <a:latin typeface="Arial" panose="020B0604020202020204" pitchFamily="34" charset="0"/>
                <a:cs typeface="Arial" panose="020B0604020202020204" pitchFamily="34" charset="0"/>
              </a:rPr>
              <a:t> protected</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1320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4"/>
            <a:ext cx="8267357" cy="590349"/>
          </a:xfrm>
        </p:spPr>
        <p:txBody>
          <a:bodyPr wrap="square" tIns="18000" bIns="18000" anchor="ctr" anchorCtr="0">
            <a:spAutoFit/>
          </a:bodyPr>
          <a:lstStyle/>
          <a:p>
            <a:pPr marL="0" indent="0" eaLnBrk="1" hangingPunct="1"/>
            <a:r>
              <a:rPr lang="en-US" altLang="en-US" dirty="0"/>
              <a:t>2.2 Derivative Works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7426"/>
            <a:ext cx="8267356" cy="775015"/>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Derivative works:</a:t>
            </a:r>
            <a:r>
              <a:rPr lang="en-US" altLang="en-US" b="0" dirty="0">
                <a:latin typeface="Arial" panose="020B0604020202020204" pitchFamily="34" charset="0"/>
                <a:cs typeface="Arial" panose="020B0604020202020204" pitchFamily="34" charset="0"/>
              </a:rPr>
              <a:t> work based on a preexisting work (e.g. movie based on novel)</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2464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4"/>
            <a:ext cx="8267357" cy="590349"/>
          </a:xfrm>
        </p:spPr>
        <p:txBody>
          <a:bodyPr wrap="square" tIns="18000" bIns="18000" anchor="ctr" anchorCtr="0">
            <a:spAutoFit/>
          </a:bodyPr>
          <a:lstStyle/>
          <a:p>
            <a:pPr marL="0" indent="0" eaLnBrk="1" hangingPunct="1"/>
            <a:r>
              <a:rPr lang="en-US" altLang="en-US" dirty="0"/>
              <a:t>2.2 Duration of Copyrights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32907"/>
            <a:ext cx="8267356" cy="2406231"/>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Duration of copyrights:</a:t>
            </a:r>
            <a:r>
              <a:rPr lang="en-US" altLang="en-US" b="0" dirty="0">
                <a:latin typeface="Arial" panose="020B0604020202020204" pitchFamily="34" charset="0"/>
                <a:cs typeface="Arial" panose="020B0604020202020204" pitchFamily="34" charset="0"/>
              </a:rPr>
              <a:t> Generally for works created after January 1, 1978, life of author plus 70 years</a:t>
            </a:r>
          </a:p>
          <a:p>
            <a:pPr marL="342900" indent="-342900">
              <a:spcBef>
                <a:spcPts val="600"/>
              </a:spcBef>
            </a:pPr>
            <a:r>
              <a:rPr lang="en-US" altLang="en-US" b="1" dirty="0">
                <a:latin typeface="Arial" panose="020B0604020202020204" pitchFamily="34" charset="0"/>
                <a:cs typeface="Arial" panose="020B0604020202020204" pitchFamily="34" charset="0"/>
              </a:rPr>
              <a:t>Works for hire:</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Generally life of author plus 95 years</a:t>
            </a:r>
          </a:p>
          <a:p>
            <a:pPr marL="342900" indent="-342900">
              <a:spcBef>
                <a:spcPts val="600"/>
              </a:spcBef>
            </a:pPr>
            <a:r>
              <a:rPr lang="en-US" altLang="en-US" b="1" dirty="0">
                <a:latin typeface="Arial" panose="020B0604020202020204" pitchFamily="34" charset="0"/>
                <a:cs typeface="Arial" panose="020B0604020202020204" pitchFamily="34" charset="0"/>
              </a:rPr>
              <a:t>Copyright Term Extension Act (</a:t>
            </a:r>
            <a:r>
              <a:rPr lang="en-US" altLang="en-US" b="1" spc="-300" dirty="0">
                <a:latin typeface="Arial" panose="020B0604020202020204" pitchFamily="34" charset="0"/>
                <a:cs typeface="Arial" panose="020B0604020202020204" pitchFamily="34" charset="0"/>
              </a:rPr>
              <a:t>C T E </a:t>
            </a:r>
            <a:r>
              <a:rPr lang="en-US" altLang="en-US" b="1" dirty="0">
                <a:latin typeface="Arial" panose="020B0604020202020204" pitchFamily="34" charset="0"/>
                <a:cs typeface="Arial" panose="020B0604020202020204" pitchFamily="34" charset="0"/>
              </a:rPr>
              <a:t>A):</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Extended copyright protection by 20 years for works copyrighted after January 1, 1923</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2844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pPr marL="0" indent="0" eaLnBrk="1" hangingPunct="1"/>
            <a:r>
              <a:rPr lang="en-US" altLang="en-US" dirty="0"/>
              <a:t>2.3 Copyright Notice</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7876"/>
            <a:ext cx="8267356" cy="1744511"/>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Copyright notice is voluntary</a:t>
            </a:r>
          </a:p>
          <a:p>
            <a:pPr marL="342900" indent="-342900">
              <a:spcBef>
                <a:spcPts val="600"/>
              </a:spcBef>
            </a:pPr>
            <a:r>
              <a:rPr lang="en-US" altLang="en-US" dirty="0">
                <a:latin typeface="Arial" panose="020B0604020202020204" pitchFamily="34" charset="0"/>
                <a:cs typeface="Arial" panose="020B0604020202020204" pitchFamily="34" charset="0"/>
              </a:rPr>
              <a:t>©, Year, Name</a:t>
            </a:r>
          </a:p>
          <a:p>
            <a:pPr marL="342900" indent="-342900">
              <a:spcBef>
                <a:spcPts val="600"/>
              </a:spcBef>
            </a:pPr>
            <a:r>
              <a:rPr lang="en-US" altLang="en-US" dirty="0">
                <a:latin typeface="Arial" panose="020B0604020202020204" pitchFamily="34" charset="0"/>
                <a:cs typeface="Arial" panose="020B0604020202020204" pitchFamily="34" charset="0"/>
              </a:rPr>
              <a:t>Example: Facebook © 2011</a:t>
            </a:r>
          </a:p>
          <a:p>
            <a:pPr marL="342900" indent="-342900">
              <a:spcBef>
                <a:spcPts val="600"/>
              </a:spcBef>
            </a:pPr>
            <a:r>
              <a:rPr lang="en-US" altLang="en-US" dirty="0">
                <a:latin typeface="Arial" panose="020B0604020202020204" pitchFamily="34" charset="0"/>
                <a:cs typeface="Arial" panose="020B0604020202020204" pitchFamily="34" charset="0"/>
              </a:rPr>
              <a:t>Advantages: put others on notice that work is protected</a:t>
            </a:r>
          </a:p>
        </p:txBody>
      </p:sp>
    </p:spTree>
    <p:extLst>
      <p:ext uri="{BB962C8B-B14F-4D97-AF65-F5344CB8AC3E}">
        <p14:creationId xmlns:p14="http://schemas.microsoft.com/office/powerpoint/2010/main" val="4236203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pPr marL="0" indent="0" eaLnBrk="1" hangingPunct="1"/>
            <a:r>
              <a:rPr lang="en-US" altLang="en-US" dirty="0"/>
              <a:t>2.3 Copyright registration is voluntary</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30970"/>
            <a:ext cx="8267356" cy="2036899"/>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Copyright registration is voluntary</a:t>
            </a:r>
          </a:p>
          <a:p>
            <a:pPr marL="342900" indent="-342900">
              <a:spcBef>
                <a:spcPts val="600"/>
              </a:spcBef>
            </a:pPr>
            <a:r>
              <a:rPr lang="en-US" altLang="en-US" dirty="0">
                <a:latin typeface="Arial" panose="020B0604020202020204" pitchFamily="34" charset="0"/>
                <a:cs typeface="Arial" panose="020B0604020202020204" pitchFamily="34" charset="0"/>
              </a:rPr>
              <a:t>Advantages: pre-requisite to copyright infringement lawsuit, entitlement to statutory damages, legal costs, and attorneys’ fees, establish public record</a:t>
            </a:r>
          </a:p>
          <a:p>
            <a:pPr marL="342900" indent="-342900">
              <a:spcBef>
                <a:spcPts val="600"/>
              </a:spcBef>
            </a:pPr>
            <a:r>
              <a:rPr lang="en-US" altLang="en-US" dirty="0">
                <a:latin typeface="Arial" panose="020B0604020202020204" pitchFamily="34" charset="0"/>
                <a:cs typeface="Arial" panose="020B0604020202020204" pitchFamily="34" charset="0"/>
              </a:rPr>
              <a:t>Registration with U.S. Copyright Office</a:t>
            </a:r>
          </a:p>
        </p:txBody>
      </p:sp>
    </p:spTree>
    <p:extLst>
      <p:ext uri="{BB962C8B-B14F-4D97-AF65-F5344CB8AC3E}">
        <p14:creationId xmlns:p14="http://schemas.microsoft.com/office/powerpoint/2010/main" val="3894579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2.4 Fair Use Defense Factors</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7876"/>
            <a:ext cx="8267356" cy="1744511"/>
          </a:xfrm>
        </p:spPr>
        <p:txBody>
          <a:bodyPr wrap="square" tIns="18000" bIns="18000" anchor="ctr" anchorCtr="0">
            <a:spAutoFit/>
          </a:bodyPr>
          <a:lstStyle/>
          <a:p>
            <a:pPr marL="342900" indent="-342900">
              <a:spcBef>
                <a:spcPts val="600"/>
              </a:spcBef>
            </a:pPr>
            <a:r>
              <a:rPr lang="en-US" altLang="en-US" dirty="0">
                <a:latin typeface="Arial" panose="020B0604020202020204" pitchFamily="34" charset="0"/>
                <a:cs typeface="Arial" panose="020B0604020202020204" pitchFamily="34" charset="0"/>
              </a:rPr>
              <a:t>Purpose and character of the use</a:t>
            </a:r>
          </a:p>
          <a:p>
            <a:pPr marL="342900" indent="-342900">
              <a:spcBef>
                <a:spcPts val="600"/>
              </a:spcBef>
            </a:pPr>
            <a:r>
              <a:rPr lang="en-US" altLang="en-US" dirty="0">
                <a:latin typeface="Arial" panose="020B0604020202020204" pitchFamily="34" charset="0"/>
                <a:cs typeface="Arial" panose="020B0604020202020204" pitchFamily="34" charset="0"/>
              </a:rPr>
              <a:t>Nature of the copyrighted work</a:t>
            </a:r>
          </a:p>
          <a:p>
            <a:pPr marL="342900" indent="-342900">
              <a:spcBef>
                <a:spcPts val="600"/>
              </a:spcBef>
            </a:pPr>
            <a:r>
              <a:rPr lang="en-US" altLang="en-US" dirty="0">
                <a:latin typeface="Arial" panose="020B0604020202020204" pitchFamily="34" charset="0"/>
                <a:cs typeface="Arial" panose="020B0604020202020204" pitchFamily="34" charset="0"/>
              </a:rPr>
              <a:t>Amount of the work used</a:t>
            </a:r>
          </a:p>
          <a:p>
            <a:pPr marL="342900" indent="-342900">
              <a:spcBef>
                <a:spcPts val="600"/>
              </a:spcBef>
            </a:pPr>
            <a:r>
              <a:rPr lang="en-US" altLang="en-US" dirty="0">
                <a:latin typeface="Arial" panose="020B0604020202020204" pitchFamily="34" charset="0"/>
                <a:cs typeface="Arial" panose="020B0604020202020204" pitchFamily="34" charset="0"/>
              </a:rPr>
              <a:t>Economic impact of the use</a:t>
            </a:r>
          </a:p>
        </p:txBody>
      </p:sp>
    </p:spTree>
    <p:extLst>
      <p:ext uri="{BB962C8B-B14F-4D97-AF65-F5344CB8AC3E}">
        <p14:creationId xmlns:p14="http://schemas.microsoft.com/office/powerpoint/2010/main" val="1647287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0816"/>
            <a:ext cx="8267357" cy="590349"/>
          </a:xfrm>
        </p:spPr>
        <p:txBody>
          <a:bodyPr wrap="square" tIns="18000" bIns="18000" anchor="ctr" anchorCtr="0">
            <a:spAutoFit/>
          </a:bodyPr>
          <a:lstStyle/>
          <a:p>
            <a:r>
              <a:rPr lang="en-US" altLang="en-US" dirty="0"/>
              <a:t>2.4 Fair Use Defense</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129378"/>
            <a:ext cx="8267356" cy="1144347"/>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Transformative use:</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use of copyrighted material in a manner that differs from the original use in such a way that the expression, meaning, or message is essentially new</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3004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B8C8E6A-D4F0-42E0-803B-5C58BAEBE2CA}"/>
              </a:ext>
            </a:extLst>
          </p:cNvPr>
          <p:cNvSpPr>
            <a:spLocks noGrp="1"/>
          </p:cNvSpPr>
          <p:nvPr>
            <p:ph type="title"/>
          </p:nvPr>
        </p:nvSpPr>
        <p:spPr>
          <a:xfrm>
            <a:off x="444842" y="153733"/>
            <a:ext cx="8267357" cy="1144347"/>
          </a:xfrm>
        </p:spPr>
        <p:txBody>
          <a:bodyPr wrap="square" tIns="18000" bIns="18000" anchor="ctr" anchorCtr="0">
            <a:spAutoFit/>
          </a:bodyPr>
          <a:lstStyle/>
          <a:p>
            <a:r>
              <a:rPr lang="en-US" altLang="en-US" dirty="0"/>
              <a:t>2.5 Digital Millennium Copyright Act (</a:t>
            </a:r>
            <a:r>
              <a:rPr lang="en-US" altLang="en-US" spc="-500" dirty="0"/>
              <a:t>D M C </a:t>
            </a:r>
            <a:r>
              <a:rPr lang="en-US" altLang="en-US" dirty="0"/>
              <a:t>A)</a:t>
            </a:r>
          </a:p>
        </p:txBody>
      </p:sp>
      <p:sp>
        <p:nvSpPr>
          <p:cNvPr id="9" name="Content Placeholder 8">
            <a:extLst>
              <a:ext uri="{FF2B5EF4-FFF2-40B4-BE49-F238E27FC236}">
                <a16:creationId xmlns:a16="http://schemas.microsoft.com/office/drawing/2014/main" xmlns="" id="{CD9A8537-CCB6-4B33-952A-CE9ED239922E}"/>
              </a:ext>
            </a:extLst>
          </p:cNvPr>
          <p:cNvSpPr>
            <a:spLocks noGrp="1"/>
          </p:cNvSpPr>
          <p:nvPr>
            <p:ph sz="quarter" idx="13"/>
          </p:nvPr>
        </p:nvSpPr>
        <p:spPr>
          <a:xfrm>
            <a:off x="444844" y="1412035"/>
            <a:ext cx="8267356" cy="1959955"/>
          </a:xfrm>
        </p:spPr>
        <p:txBody>
          <a:bodyPr wrap="square" tIns="18000" bIns="18000" anchor="ctr" anchorCtr="0">
            <a:spAutoFit/>
          </a:bodyPr>
          <a:lstStyle/>
          <a:p>
            <a:pPr marL="342900" indent="-342900">
              <a:spcBef>
                <a:spcPts val="600"/>
              </a:spcBef>
            </a:pPr>
            <a:r>
              <a:rPr lang="en-US" altLang="en-US" b="1" dirty="0">
                <a:latin typeface="Arial" panose="020B0604020202020204" pitchFamily="34" charset="0"/>
                <a:cs typeface="Arial" panose="020B0604020202020204" pitchFamily="34" charset="0"/>
              </a:rPr>
              <a:t>Purpose:</a:t>
            </a:r>
            <a:r>
              <a:rPr lang="en-US" altLang="en-US" dirty="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protect copyright owners and respond to the increase in popularity and usage of digital content</a:t>
            </a:r>
          </a:p>
          <a:p>
            <a:pPr marL="342900" indent="-342900">
              <a:spcBef>
                <a:spcPts val="600"/>
              </a:spcBef>
            </a:pPr>
            <a:r>
              <a:rPr lang="en-US" altLang="en-US" b="1" dirty="0">
                <a:latin typeface="Arial" panose="020B0604020202020204" pitchFamily="34" charset="0"/>
                <a:cs typeface="Arial" panose="020B0604020202020204" pitchFamily="34" charset="0"/>
              </a:rPr>
              <a:t>Safe harbor provision:</a:t>
            </a:r>
            <a:r>
              <a:rPr lang="en-US" altLang="en-US" b="0" dirty="0">
                <a:latin typeface="Arial" panose="020B0604020202020204" pitchFamily="34" charset="0"/>
                <a:cs typeface="Arial" panose="020B0604020202020204" pitchFamily="34" charset="0"/>
              </a:rPr>
              <a:t> allows websites and internet service providers to avoid liability for copyright infringement after receiving </a:t>
            </a:r>
            <a:r>
              <a:rPr lang="en-US" altLang="en-US" b="0" spc="-300" dirty="0">
                <a:latin typeface="Arial" panose="020B0604020202020204" pitchFamily="34" charset="0"/>
                <a:cs typeface="Arial" panose="020B0604020202020204" pitchFamily="34" charset="0"/>
              </a:rPr>
              <a:t>D M C </a:t>
            </a:r>
            <a:r>
              <a:rPr lang="en-US" altLang="en-US" b="0" dirty="0">
                <a:latin typeface="Arial" panose="020B0604020202020204" pitchFamily="34" charset="0"/>
                <a:cs typeface="Arial" panose="020B0604020202020204" pitchFamily="34" charset="0"/>
              </a:rPr>
              <a:t>A complaint</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2148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altLang="en-US" dirty="0"/>
              <a:t>Chapter Summary </a:t>
            </a:r>
            <a:r>
              <a:rPr lang="en-US" altLang="en-US" sz="2800" dirty="0"/>
              <a:t>(1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18658"/>
            <a:ext cx="8229600" cy="2637064"/>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2.1	</a:t>
            </a:r>
            <a:r>
              <a:rPr lang="en-US" altLang="en-US" dirty="0">
                <a:latin typeface="Arial" panose="020B0604020202020204" pitchFamily="34" charset="0"/>
                <a:cs typeface="Arial" panose="020B0604020202020204" pitchFamily="34" charset="0"/>
              </a:rPr>
              <a:t>Compare and contrast copyright law with other areas of intellectual property law.</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2.2	</a:t>
            </a:r>
            <a:r>
              <a:rPr lang="en-US" altLang="en-US" dirty="0">
                <a:latin typeface="Arial" panose="020B0604020202020204" pitchFamily="34" charset="0"/>
                <a:cs typeface="Arial" panose="020B0604020202020204" pitchFamily="34" charset="0"/>
              </a:rPr>
              <a:t>Explain the scope of copyright protection for websites and software</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2.3	</a:t>
            </a:r>
            <a:r>
              <a:rPr lang="en-US" altLang="en-US" dirty="0">
                <a:latin typeface="Arial" panose="020B0604020202020204" pitchFamily="34" charset="0"/>
                <a:cs typeface="Arial" panose="020B0604020202020204" pitchFamily="34" charset="0"/>
              </a:rPr>
              <a:t>Describe the benefits of copyright notice and copyright registration</a:t>
            </a:r>
          </a:p>
        </p:txBody>
      </p:sp>
    </p:spTree>
    <p:extLst>
      <p:ext uri="{BB962C8B-B14F-4D97-AF65-F5344CB8AC3E}">
        <p14:creationId xmlns:p14="http://schemas.microsoft.com/office/powerpoint/2010/main" val="924238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9D3CD-8EF0-1932-F6FD-D2109E9FEB97}"/>
              </a:ext>
            </a:extLst>
          </p:cNvPr>
          <p:cNvSpPr>
            <a:spLocks noGrp="1"/>
          </p:cNvSpPr>
          <p:nvPr>
            <p:ph type="title"/>
          </p:nvPr>
        </p:nvSpPr>
        <p:spPr>
          <a:xfrm>
            <a:off x="457200" y="148174"/>
            <a:ext cx="8229600" cy="590349"/>
          </a:xfrm>
        </p:spPr>
        <p:txBody>
          <a:bodyPr tIns="18000" bIns="18000" anchor="ctr" anchorCtr="0">
            <a:spAutoFit/>
          </a:bodyPr>
          <a:lstStyle/>
          <a:p>
            <a:r>
              <a:rPr lang="en-US" altLang="en-US" dirty="0"/>
              <a:t>Chapter Summary </a:t>
            </a:r>
            <a:r>
              <a:rPr lang="en-US" altLang="en-US" sz="2800" dirty="0"/>
              <a:t>(2 of 2)</a:t>
            </a:r>
            <a:endParaRPr lang="en-US" dirty="0"/>
          </a:p>
        </p:txBody>
      </p:sp>
      <p:sp>
        <p:nvSpPr>
          <p:cNvPr id="3" name="Content Placeholder 2">
            <a:extLst>
              <a:ext uri="{FF2B5EF4-FFF2-40B4-BE49-F238E27FC236}">
                <a16:creationId xmlns:a16="http://schemas.microsoft.com/office/drawing/2014/main" xmlns="" id="{0A87DD40-66D3-3187-E5C0-28FF088AAB14}"/>
              </a:ext>
            </a:extLst>
          </p:cNvPr>
          <p:cNvSpPr>
            <a:spLocks noGrp="1"/>
          </p:cNvSpPr>
          <p:nvPr>
            <p:ph sz="quarter" idx="13"/>
          </p:nvPr>
        </p:nvSpPr>
        <p:spPr>
          <a:xfrm>
            <a:off x="457200" y="1136294"/>
            <a:ext cx="8229600" cy="1706039"/>
          </a:xfrm>
        </p:spPr>
        <p:txBody>
          <a:bodyPr tIns="18000" bIns="18000" anchor="ctr" anchorCtr="0">
            <a:spAutoFit/>
          </a:bodyPr>
          <a:lstStyle/>
          <a:p>
            <a:pPr marL="540000" indent="-540000">
              <a:buNone/>
            </a:pPr>
            <a:r>
              <a:rPr lang="en-US" b="1" dirty="0">
                <a:solidFill>
                  <a:schemeClr val="tx2"/>
                </a:solidFill>
                <a:latin typeface="Arial" panose="020B0604020202020204" pitchFamily="34" charset="0"/>
                <a:ea typeface="+mj-ea"/>
                <a:cs typeface="Arial" panose="020B0604020202020204" pitchFamily="34" charset="0"/>
              </a:rPr>
              <a:t>2.4	</a:t>
            </a:r>
            <a:r>
              <a:rPr lang="en-US" altLang="en-US" dirty="0">
                <a:latin typeface="Arial" panose="020B0604020202020204" pitchFamily="34" charset="0"/>
                <a:cs typeface="Arial" panose="020B0604020202020204" pitchFamily="34" charset="0"/>
              </a:rPr>
              <a:t>Discuss the four fair use defense factors and how courts apply these factors in a copyright infringement action.</a:t>
            </a:r>
          </a:p>
          <a:p>
            <a:pPr marL="540000" indent="-540000">
              <a:buNone/>
            </a:pPr>
            <a:r>
              <a:rPr lang="en-US" b="1" dirty="0">
                <a:solidFill>
                  <a:schemeClr val="tx2"/>
                </a:solidFill>
                <a:latin typeface="Arial" panose="020B0604020202020204" pitchFamily="34" charset="0"/>
                <a:ea typeface="+mj-ea"/>
                <a:cs typeface="Arial" panose="020B0604020202020204" pitchFamily="34" charset="0"/>
              </a:rPr>
              <a:t>2.5	</a:t>
            </a:r>
            <a:r>
              <a:rPr lang="en-US" altLang="en-US" dirty="0">
                <a:latin typeface="Arial" panose="020B0604020202020204" pitchFamily="34" charset="0"/>
                <a:cs typeface="Arial" panose="020B0604020202020204" pitchFamily="34" charset="0"/>
              </a:rPr>
              <a:t>Explain the major provisions of the Digital Millennium Copyright Act (</a:t>
            </a:r>
            <a:r>
              <a:rPr lang="en-US" altLang="en-US" spc="-300" dirty="0">
                <a:latin typeface="Arial" panose="020B0604020202020204" pitchFamily="34" charset="0"/>
                <a:cs typeface="Arial" panose="020B0604020202020204" pitchFamily="34" charset="0"/>
              </a:rPr>
              <a:t>D M C </a:t>
            </a:r>
            <a:r>
              <a:rPr lang="en-US" altLang="en-US"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2443976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37D58C-9F1B-4866-A98E-52818AA14994}"/>
              </a:ext>
            </a:extLst>
          </p:cNvPr>
          <p:cNvSpPr>
            <a:spLocks noGrp="1"/>
          </p:cNvSpPr>
          <p:nvPr>
            <p:ph type="title"/>
          </p:nvPr>
        </p:nvSpPr>
        <p:spPr>
          <a:xfrm>
            <a:off x="446400" y="139739"/>
            <a:ext cx="8277921" cy="590349"/>
          </a:xfrm>
        </p:spPr>
        <p:txBody>
          <a:bodyPr wrap="square" lIns="0" tIns="18000" rIns="0" bIns="18000" rtlCol="0" anchor="ctr">
            <a:spAutoFit/>
          </a:bodyPr>
          <a:lstStyle/>
          <a:p>
            <a:pPr eaLnBrk="1" fontAlgn="auto" hangingPunct="1">
              <a:spcAft>
                <a:spcPts val="0"/>
              </a:spcAft>
              <a:defRPr/>
            </a:pPr>
            <a:r>
              <a:rPr lang="en-US" sz="3600" b="1" dirty="0">
                <a:latin typeface="+mj-lt"/>
              </a:rPr>
              <a:t>Copyright</a:t>
            </a:r>
          </a:p>
        </p:txBody>
      </p:sp>
      <p:pic>
        <p:nvPicPr>
          <p:cNvPr id="47107" name="Picture Placeholder 9" descr="Warning">
            <a:extLst>
              <a:ext uri="{FF2B5EF4-FFF2-40B4-BE49-F238E27FC236}">
                <a16:creationId xmlns:a16="http://schemas.microsoft.com/office/drawing/2014/main" xmlns=""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41400" y="2797325"/>
            <a:ext cx="1269677" cy="1269677"/>
          </a:xfrm>
        </p:spPr>
      </p:pic>
      <p:sp>
        <p:nvSpPr>
          <p:cNvPr id="47108" name="Content Placeholder 2">
            <a:extLst>
              <a:ext uri="{FF2B5EF4-FFF2-40B4-BE49-F238E27FC236}">
                <a16:creationId xmlns:a16="http://schemas.microsoft.com/office/drawing/2014/main" xmlns="" id="{D426AB61-8455-4298-A667-9E3A95FC73C1}"/>
              </a:ext>
            </a:extLst>
          </p:cNvPr>
          <p:cNvSpPr>
            <a:spLocks noGrp="1"/>
          </p:cNvSpPr>
          <p:nvPr>
            <p:ph idx="1"/>
          </p:nvPr>
        </p:nvSpPr>
        <p:spPr bwMode="auto">
          <a:xfrm>
            <a:off x="1828352" y="2015362"/>
            <a:ext cx="6878545"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862D08-380B-421B-849B-4D8AF9646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4A266B-CCB4-426F-BDAF-01890B049C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13275</TotalTime>
  <Words>654</Words>
  <Application>Microsoft Macintosh PowerPoint</Application>
  <PresentationFormat>On-screen Show (4:3)</PresentationFormat>
  <Paragraphs>76</Paragraphs>
  <Slides>15</Slides>
  <Notes>15</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508 Lecture</vt:lpstr>
      <vt:lpstr>1_508 Lecture</vt:lpstr>
      <vt:lpstr>Cyberlaw: The Law of the Internet and Information Technology</vt:lpstr>
      <vt:lpstr>Learning Objectives (1 of 2)</vt:lpstr>
      <vt:lpstr>Learning Objectives (2 of 2)</vt:lpstr>
      <vt:lpstr>2.1 Intellectual Property</vt:lpstr>
      <vt:lpstr>2.2 Copyrights for Websites and Software</vt:lpstr>
      <vt:lpstr>2.2 Derivative Works</vt:lpstr>
      <vt:lpstr>2.2 Duration of Copyrights</vt:lpstr>
      <vt:lpstr>2.3 Copyright Notice</vt:lpstr>
      <vt:lpstr>2.3 Copyright registration is voluntary</vt:lpstr>
      <vt:lpstr>2.4 Fair Use Defense Factors</vt:lpstr>
      <vt:lpstr>2.4 Fair Use Defense</vt:lpstr>
      <vt:lpstr>2.5 Digital Millennium Copyright Act (D M C A)</vt:lpstr>
      <vt:lpstr>Chapter Summary (1 of 2)</vt:lpstr>
      <vt:lpstr>Chapter Summary (2 of 2)</vt:lpstr>
      <vt:lpstr>Copyright</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Cyberlaw: The Law of the Internet and Information Technology, First Edition, Chapter 2</dc:title>
  <dc:subject>TED/Careers</dc:subject>
  <dc:creator>Craig</dc:creator>
  <cp:keywords/>
  <dc:description/>
  <cp:lastModifiedBy>Guillermo Garcia</cp:lastModifiedBy>
  <cp:revision>2657</cp:revision>
  <dcterms:modified xsi:type="dcterms:W3CDTF">2023-04-23T22:48:12Z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